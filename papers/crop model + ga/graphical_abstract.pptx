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1"/>
    <a:srgbClr val="818105"/>
    <a:srgbClr val="A5A5A5"/>
    <a:srgbClr val="009900"/>
    <a:srgbClr val="95B176"/>
    <a:srgbClr val="E3F1D9"/>
    <a:srgbClr val="2761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57"/>
  </p:normalViewPr>
  <p:slideViewPr>
    <p:cSldViewPr snapToGrid="0" showGuides="1">
      <p:cViewPr>
        <p:scale>
          <a:sx n="100" d="100"/>
          <a:sy n="100" d="100"/>
        </p:scale>
        <p:origin x="1960" y="1000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66312-0F8E-7940-8008-39E0B0F8F153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C47896-FE99-494D-A15D-F38CBDE21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50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C47896-FE99-494D-A15D-F38CBDE21D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92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5A9FA-153B-D16C-FE92-E1B2782B49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D4CAD-DE58-06C9-5365-2023545B92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D44AB-F090-8295-3F52-D939BFAC3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94A0B-BF93-FE43-71A1-D0D394D1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1E16D9-BCAD-6B1F-8165-B475CB8B5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870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181B0-2F6B-5543-5E9F-0773AF7B5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0E499-2077-02D5-7541-2A3040A44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86E17-5F78-2D84-421D-8D2C2C2A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DFB72-4A7F-AFEE-7CAB-1F0D2F5D1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F7BFB-BE06-393C-85C6-706BBCFA9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862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16CE-8936-CE2B-2BBA-4CE361CFA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6FF685-F56E-391B-850E-EB2F6D6A3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21C5A-6F95-868B-1334-84A75BCD5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893A4-40F9-BA5D-6D3E-4F147736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214CD-325D-9B5B-F6B8-AF1EDF317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58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73BF2-22A8-9821-3287-4B678D85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BA0F1-E7B5-0763-E234-B38AE3CE3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473159-E81B-AF32-F168-CB6110DF79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C99E8E-70F6-9662-154C-25CA8E833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FA7692-7A6B-FEC1-4DC6-45D4F7EFF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DFD606-AA7D-A384-25CB-5A8634E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990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D0A1F-CF00-072F-4090-23FCB8C28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553F-FB85-4C56-50C1-81E4BE0C9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94919-5FCF-3439-ADA0-CAA02E8D5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7C43C6-8FA2-29CE-4794-ED4C2A7FC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3B0E56-3E9B-9516-255C-BB63F192C7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235C5E-9891-1045-4EBE-5291833DB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ED03A2-B5D4-5CD1-1558-49B903492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2502BB-25ED-5E8E-1E7B-0F097AB2A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5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35063-9B84-39F5-C67B-36383E8F9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79BC1-B24A-1E0D-7A11-70691B18A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403807-FD2F-7D2B-222A-787D4D91C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2732C5-670C-8BAB-B391-3335D2451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0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7B8BB7-C966-0C26-BAC5-A16BB09B8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36F6DB-2A72-B684-BE0D-F29685AD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3B1B6-AF07-5ED9-A425-24ACC1AE4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07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D0AC-BFE2-8954-B943-AB1183B73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1920D-720A-5178-7AD7-A8E6F2481C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441BFA-C068-9B84-505E-93585D706B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7584B-7AAF-DA20-F7E8-06EFE17B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63D0F-2E3E-6D3E-16C6-ECEEC199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4F7917-BB59-D1CD-7AA5-7924B9D79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92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54FA8-9784-979E-D52C-F85A5E0B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6FF944-8327-AFB5-8393-AC5DFCE15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0D6EA8-3642-B88B-C42C-07144BD5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165A29-D8BE-904B-65C1-93DA970EE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7E672-D265-9A45-2947-476E525FE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30660C-51F8-9FD1-3960-E60B12387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37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C3C0D-B20D-1D17-738E-644D6B4C8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A3570-6B18-0A86-5B9F-79C26A3BA2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ADC3D-69C4-9121-2047-BF3667AB6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D6AA6-E2C0-17F9-49DB-E6A1687DD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90CBA-9720-EBAA-4BA9-559F9314A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515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6E8E78-6969-F532-0EBF-0E9BFB7BC3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55708-E25A-5C24-E409-F55E4735FC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F63D45-A110-69C7-EA2B-4B3406957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80749-E007-FFF9-36B4-E04ED93A5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80F16-8A2E-FB80-E3D7-0B0DE628E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7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4F02D5-2B10-8982-7168-E27EF6196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9F1DAF-73F8-ECF6-EA65-BD9AAE0A4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EC8C9-C344-A4DE-1B22-BDEBB57D2E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7906C0-2686-9749-9EE7-1DAA15C6E892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8E5A5-3BF6-EFFB-C0F5-70D7FB04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AEF47-75F8-24EB-2494-C0FE6EAA2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1F9B5C-16AF-BB4E-887F-12781A59E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09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1AFB8-EEB1-4895-69E6-00170D9BF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FC7867-736B-2539-F088-C7112AD4864F}"/>
              </a:ext>
            </a:extLst>
          </p:cNvPr>
          <p:cNvSpPr/>
          <p:nvPr/>
        </p:nvSpPr>
        <p:spPr>
          <a:xfrm>
            <a:off x="4265341" y="937076"/>
            <a:ext cx="3661318" cy="5282662"/>
          </a:xfrm>
          <a:prstGeom prst="rect">
            <a:avLst/>
          </a:prstGeom>
          <a:solidFill>
            <a:srgbClr val="818105">
              <a:alpha val="14902"/>
            </a:srgbClr>
          </a:solidFill>
          <a:ln w="28575">
            <a:solidFill>
              <a:srgbClr val="81810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7EA7AE-E0FC-4B3C-7323-49E9E8926679}"/>
              </a:ext>
            </a:extLst>
          </p:cNvPr>
          <p:cNvSpPr/>
          <p:nvPr/>
        </p:nvSpPr>
        <p:spPr>
          <a:xfrm>
            <a:off x="8113048" y="937077"/>
            <a:ext cx="3661317" cy="5282661"/>
          </a:xfrm>
          <a:prstGeom prst="rect">
            <a:avLst/>
          </a:prstGeom>
          <a:solidFill>
            <a:srgbClr val="002060">
              <a:alpha val="14902"/>
            </a:srgbClr>
          </a:solidFill>
          <a:ln w="285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BFA965-E9AD-EF92-AB78-8EE12A813F00}"/>
              </a:ext>
            </a:extLst>
          </p:cNvPr>
          <p:cNvSpPr/>
          <p:nvPr/>
        </p:nvSpPr>
        <p:spPr>
          <a:xfrm>
            <a:off x="417631" y="937076"/>
            <a:ext cx="3661317" cy="5282662"/>
          </a:xfrm>
          <a:prstGeom prst="rect">
            <a:avLst/>
          </a:prstGeom>
          <a:solidFill>
            <a:srgbClr val="008001">
              <a:alpha val="14902"/>
            </a:srgbClr>
          </a:solidFill>
          <a:ln w="28575">
            <a:solidFill>
              <a:srgbClr val="0080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39010B-5C2B-E799-AC8D-66CCBBCE9B44}"/>
              </a:ext>
            </a:extLst>
          </p:cNvPr>
          <p:cNvSpPr txBox="1"/>
          <p:nvPr/>
        </p:nvSpPr>
        <p:spPr>
          <a:xfrm>
            <a:off x="255266" y="328545"/>
            <a:ext cx="1168146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b="1" dirty="0">
                <a:solidFill>
                  <a:srgbClr val="002060"/>
                </a:solidFill>
              </a:rPr>
              <a:t>Optimizing Irrigation &amp; Fertilizer Strategy via Crop Model + Genetic Algorithm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05030F-1C44-4441-6C1D-AD0F91AFE8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75"/>
          <a:stretch>
            <a:fillRect/>
          </a:stretch>
        </p:blipFill>
        <p:spPr bwMode="auto">
          <a:xfrm>
            <a:off x="3111876" y="2022973"/>
            <a:ext cx="880929" cy="169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4FD38A-D967-FFDB-23A8-2625D7B09147}"/>
              </a:ext>
            </a:extLst>
          </p:cNvPr>
          <p:cNvSpPr txBox="1"/>
          <p:nvPr/>
        </p:nvSpPr>
        <p:spPr>
          <a:xfrm>
            <a:off x="1661532" y="6375566"/>
            <a:ext cx="3028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</a:rPr>
              <a:t>Carla J. Becker, Tarek I. </a:t>
            </a:r>
            <a:r>
              <a:rPr lang="en-US" sz="1400" dirty="0" err="1">
                <a:solidFill>
                  <a:srgbClr val="002060"/>
                </a:solidFill>
              </a:rPr>
              <a:t>Zohdi</a:t>
            </a:r>
            <a:r>
              <a:rPr lang="en-US" sz="1400" dirty="0">
                <a:solidFill>
                  <a:srgbClr val="002060"/>
                </a:solidFill>
              </a:rPr>
              <a:t> (2026)</a:t>
            </a:r>
          </a:p>
        </p:txBody>
      </p:sp>
      <p:pic>
        <p:nvPicPr>
          <p:cNvPr id="3076" name="Picture 4" descr="Blue UC Berkeley wordmark on a white background">
            <a:extLst>
              <a:ext uri="{FF2B5EF4-FFF2-40B4-BE49-F238E27FC236}">
                <a16:creationId xmlns:a16="http://schemas.microsoft.com/office/drawing/2014/main" id="{048F9889-7857-810D-DBD2-98C7EE374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9" t="39187" r="15185" b="39797"/>
          <a:stretch>
            <a:fillRect/>
          </a:stretch>
        </p:blipFill>
        <p:spPr bwMode="auto">
          <a:xfrm>
            <a:off x="387895" y="6413969"/>
            <a:ext cx="1193720" cy="230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430F72-C921-9F8C-682D-0BEBC275EC61}"/>
              </a:ext>
            </a:extLst>
          </p:cNvPr>
          <p:cNvSpPr txBox="1"/>
          <p:nvPr/>
        </p:nvSpPr>
        <p:spPr>
          <a:xfrm>
            <a:off x="530227" y="5154567"/>
            <a:ext cx="34361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/>
            <a:r>
              <a:rPr lang="en-US" sz="1400" b="1" dirty="0">
                <a:solidFill>
                  <a:srgbClr val="002060"/>
                </a:solidFill>
              </a:rPr>
              <a:t>Delayed nutrient absorption </a:t>
            </a:r>
          </a:p>
          <a:p>
            <a:pPr marL="9525"/>
            <a:r>
              <a:rPr lang="en-US" sz="1400" dirty="0">
                <a:solidFill>
                  <a:srgbClr val="008001"/>
                </a:solidFill>
              </a:rPr>
              <a:t>via FIR convolution</a:t>
            </a:r>
          </a:p>
          <a:p>
            <a:pPr marL="9525" algn="r"/>
            <a:r>
              <a:rPr lang="en-US" sz="1400" b="1" dirty="0">
                <a:solidFill>
                  <a:srgbClr val="002060"/>
                </a:solidFill>
              </a:rPr>
              <a:t>Cumulative stress tracking</a:t>
            </a:r>
          </a:p>
          <a:p>
            <a:pPr marL="9525" algn="r"/>
            <a:r>
              <a:rPr lang="en-US" sz="1400" dirty="0">
                <a:solidFill>
                  <a:srgbClr val="008001"/>
                </a:solidFill>
              </a:rPr>
              <a:t>via EMA filtering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9F3E4EE-7E03-9B7B-2546-E51E6AE165B5}"/>
              </a:ext>
            </a:extLst>
          </p:cNvPr>
          <p:cNvGrpSpPr/>
          <p:nvPr/>
        </p:nvGrpSpPr>
        <p:grpSpPr>
          <a:xfrm>
            <a:off x="465322" y="2167078"/>
            <a:ext cx="3560775" cy="2861036"/>
            <a:chOff x="452188" y="3219952"/>
            <a:chExt cx="3560775" cy="286103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01DB511-2B76-9514-D883-D0F91634C159}"/>
                </a:ext>
              </a:extLst>
            </p:cNvPr>
            <p:cNvSpPr/>
            <p:nvPr/>
          </p:nvSpPr>
          <p:spPr>
            <a:xfrm>
              <a:off x="1586877" y="4488029"/>
              <a:ext cx="1417288" cy="1328739"/>
            </a:xfrm>
            <a:prstGeom prst="rect">
              <a:avLst/>
            </a:prstGeom>
            <a:solidFill>
              <a:srgbClr val="008001">
                <a:alpha val="14902"/>
              </a:srgbClr>
            </a:solidFill>
            <a:ln w="28575">
              <a:solidFill>
                <a:srgbClr val="00800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solidFill>
                  <a:srgbClr val="818105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CA813A-B5A9-B7C5-AFCC-4C0072A06A8E}"/>
                </a:ext>
              </a:extLst>
            </p:cNvPr>
            <p:cNvSpPr txBox="1"/>
            <p:nvPr/>
          </p:nvSpPr>
          <p:spPr>
            <a:xfrm>
              <a:off x="1540186" y="3219952"/>
              <a:ext cx="151067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rgbClr val="008001"/>
                  </a:solidFill>
                </a:rPr>
                <a:t>Input disturbances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Precipitation,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S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Temperature,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T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Solar radiation,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E13BEB8-BB6C-51E9-16BF-2374323768C7}"/>
                </a:ext>
              </a:extLst>
            </p:cNvPr>
            <p:cNvSpPr txBox="1"/>
            <p:nvPr/>
          </p:nvSpPr>
          <p:spPr>
            <a:xfrm>
              <a:off x="452188" y="4060680"/>
              <a:ext cx="133142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accent5"/>
                  </a:solidFill>
                </a:rPr>
                <a:t>Control inputs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accent5"/>
                  </a:solidFill>
                </a:rPr>
                <a:t>Irr. freq., </a:t>
              </a:r>
              <a:r>
                <a:rPr lang="en-US" sz="1200" i="1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u</a:t>
              </a:r>
              <a:r>
                <a:rPr lang="en-US" sz="1200" i="1" baseline="-25000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1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accent5"/>
                  </a:solidFill>
                </a:rPr>
                <a:t>Irr. amt., </a:t>
              </a:r>
              <a:r>
                <a:rPr lang="en-US" sz="1200" i="1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u</a:t>
              </a:r>
              <a:r>
                <a:rPr lang="en-US" sz="1200" i="1" baseline="-25000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2</a:t>
              </a:r>
              <a:endParaRPr lang="en-US" sz="1200" i="1" dirty="0">
                <a:solidFill>
                  <a:schemeClr val="accent5"/>
                </a:solidFill>
                <a:latin typeface="Garamond" panose="02020404030301010803" pitchFamily="18" charset="0"/>
              </a:endParaRP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accent5"/>
                  </a:solidFill>
                </a:rPr>
                <a:t>Fert. freq., </a:t>
              </a:r>
              <a:r>
                <a:rPr lang="en-US" sz="1200" i="1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u</a:t>
              </a:r>
              <a:r>
                <a:rPr lang="en-US" sz="1200" i="1" baseline="-25000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3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accent5"/>
                  </a:solidFill>
                </a:rPr>
                <a:t>Fert. amt., </a:t>
              </a:r>
              <a:r>
                <a:rPr lang="en-US" sz="1200" i="1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u</a:t>
              </a:r>
              <a:r>
                <a:rPr lang="en-US" sz="1200" i="1" baseline="-25000" dirty="0">
                  <a:solidFill>
                    <a:schemeClr val="accent5"/>
                  </a:solidFill>
                  <a:latin typeface="Garamond" panose="02020404030301010803" pitchFamily="18" charset="0"/>
                </a:rPr>
                <a:t>4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FBD736-9DCF-B592-747D-EB728C74B746}"/>
                </a:ext>
              </a:extLst>
            </p:cNvPr>
            <p:cNvSpPr txBox="1"/>
            <p:nvPr/>
          </p:nvSpPr>
          <p:spPr>
            <a:xfrm>
              <a:off x="1635136" y="4544361"/>
              <a:ext cx="136902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rgbClr val="008001"/>
                  </a:solidFill>
                </a:rPr>
                <a:t>State variables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Plant height,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h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Leaf area,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A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No. leaves,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N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Flower size,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c</a:t>
              </a:r>
              <a:r>
                <a:rPr lang="en-US" sz="1200" dirty="0">
                  <a:solidFill>
                    <a:srgbClr val="008001"/>
                  </a:solidFill>
                </a:rPr>
                <a:t> </a:t>
              </a:r>
            </a:p>
            <a:p>
              <a:pPr marL="120650" indent="-111125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008001"/>
                  </a:solidFill>
                </a:rPr>
                <a:t>Fruit biomass, </a:t>
              </a:r>
              <a:r>
                <a:rPr lang="en-US" sz="1200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P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7A43EC9-5FB3-CC0C-A7BB-C97AE4181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17899" y="5568785"/>
              <a:ext cx="468978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CB039B1-867D-1EB9-A186-DA75CFC0C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4166" y="5567523"/>
              <a:ext cx="351835" cy="1262"/>
            </a:xfrm>
            <a:prstGeom prst="straightConnector1">
              <a:avLst/>
            </a:prstGeom>
            <a:ln w="28575">
              <a:solidFill>
                <a:srgbClr val="00800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7896235-4094-FB0B-D923-E892940403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63726" y="5567523"/>
              <a:ext cx="0" cy="492443"/>
            </a:xfrm>
            <a:prstGeom prst="straightConnector1">
              <a:avLst/>
            </a:prstGeom>
            <a:ln w="28575">
              <a:solidFill>
                <a:srgbClr val="00800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9785BE5-22A3-FD2A-0222-0ED05E573B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9896" y="5567523"/>
              <a:ext cx="0" cy="492443"/>
            </a:xfrm>
            <a:prstGeom prst="straightConnector1">
              <a:avLst/>
            </a:prstGeom>
            <a:ln w="28575">
              <a:solidFill>
                <a:srgbClr val="00800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7E295B7-0F28-F727-85DA-E322095554AE}"/>
                </a:ext>
              </a:extLst>
            </p:cNvPr>
            <p:cNvCxnSpPr>
              <a:cxnSpLocks/>
            </p:cNvCxnSpPr>
            <p:nvPr/>
          </p:nvCxnSpPr>
          <p:spPr>
            <a:xfrm>
              <a:off x="1363726" y="6059966"/>
              <a:ext cx="1806170" cy="0"/>
            </a:xfrm>
            <a:prstGeom prst="straightConnector1">
              <a:avLst/>
            </a:prstGeom>
            <a:ln w="28575">
              <a:solidFill>
                <a:srgbClr val="00800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0FCFFC2-911D-3E2B-E4E5-8A60F534F3E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flipV="1">
              <a:off x="1117900" y="5076343"/>
              <a:ext cx="0" cy="502920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C57EDF-88B9-5C33-A78C-C99745709539}"/>
                </a:ext>
              </a:extLst>
            </p:cNvPr>
            <p:cNvSpPr txBox="1"/>
            <p:nvPr/>
          </p:nvSpPr>
          <p:spPr>
            <a:xfrm>
              <a:off x="3222747" y="5260301"/>
              <a:ext cx="7902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08001"/>
                  </a:solidFill>
                </a:rPr>
                <a:t>Revenue</a:t>
              </a:r>
            </a:p>
            <a:p>
              <a:pPr algn="ctr"/>
              <a:r>
                <a:rPr lang="en-US" sz="1200" b="1" i="1" dirty="0">
                  <a:solidFill>
                    <a:srgbClr val="008001"/>
                  </a:solidFill>
                  <a:latin typeface="Garamond" panose="02020404030301010803" pitchFamily="18" charset="0"/>
                </a:rPr>
                <a:t>$$$</a:t>
              </a:r>
              <a:endParaRPr lang="en-US" sz="1200" i="1" dirty="0">
                <a:solidFill>
                  <a:srgbClr val="008001"/>
                </a:solidFill>
                <a:latin typeface="Garamond" panose="02020404030301010803" pitchFamily="18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AA62B7C3-3A2D-C41F-88B3-4492FC73F22E}"/>
                </a:ext>
              </a:extLst>
            </p:cNvPr>
            <p:cNvCxnSpPr>
              <a:cxnSpLocks/>
              <a:stCxn id="9" idx="2"/>
              <a:endCxn id="25" idx="0"/>
            </p:cNvCxnSpPr>
            <p:nvPr/>
          </p:nvCxnSpPr>
          <p:spPr>
            <a:xfrm>
              <a:off x="2295521" y="4050949"/>
              <a:ext cx="0" cy="437080"/>
            </a:xfrm>
            <a:prstGeom prst="straightConnector1">
              <a:avLst/>
            </a:prstGeom>
            <a:ln w="28575">
              <a:solidFill>
                <a:srgbClr val="00800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C0A5A94-F020-709D-A895-1D53E11B6254}"/>
                </a:ext>
              </a:extLst>
            </p:cNvPr>
            <p:cNvSpPr txBox="1"/>
            <p:nvPr/>
          </p:nvSpPr>
          <p:spPr>
            <a:xfrm>
              <a:off x="1925150" y="5834767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>
                  <a:solidFill>
                    <a:srgbClr val="008001"/>
                  </a:solidFill>
                </a:rPr>
                <a:t>Feedback</a:t>
              </a: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DAF46A2-52A8-7BB8-34D5-27B45D2D2F9F}"/>
              </a:ext>
            </a:extLst>
          </p:cNvPr>
          <p:cNvSpPr txBox="1"/>
          <p:nvPr/>
        </p:nvSpPr>
        <p:spPr>
          <a:xfrm>
            <a:off x="530227" y="1000291"/>
            <a:ext cx="34361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Crop as Control System | Irrigation &amp; Fertilizer as </a:t>
            </a:r>
            <a:r>
              <a:rPr lang="en-US" b="1" dirty="0">
                <a:solidFill>
                  <a:schemeClr val="accent5"/>
                </a:solidFill>
              </a:rPr>
              <a:t>Inputs</a:t>
            </a:r>
          </a:p>
          <a:p>
            <a:pPr marL="174625" indent="-1651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3"/>
                </a:solidFill>
              </a:rPr>
              <a:t>Growth modeled with coupled ODEs</a:t>
            </a:r>
          </a:p>
          <a:p>
            <a:pPr marL="174625" indent="-1651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3"/>
                </a:solidFill>
              </a:rPr>
              <a:t>Corn as case study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FDADC7-88D6-33F2-EDF8-B7BD0364E1F6}"/>
              </a:ext>
            </a:extLst>
          </p:cNvPr>
          <p:cNvSpPr txBox="1"/>
          <p:nvPr/>
        </p:nvSpPr>
        <p:spPr>
          <a:xfrm>
            <a:off x="4377937" y="1000291"/>
            <a:ext cx="34361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Find Optimal Irrigation &amp; Fertilizer Inputs with Genetic Algorithm Optimization</a:t>
            </a:r>
          </a:p>
          <a:p>
            <a:pPr marL="174625" indent="-1651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818105"/>
                </a:solidFill>
              </a:rPr>
              <a:t>Thousands of simulations of crop growth over a season per GA run</a:t>
            </a:r>
          </a:p>
          <a:p>
            <a:pPr marL="174625" indent="-1651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818105"/>
                </a:solidFill>
              </a:rPr>
              <a:t>Perform 10 GA runs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42086-CFD9-413E-E16F-C96255434180}"/>
              </a:ext>
            </a:extLst>
          </p:cNvPr>
          <p:cNvSpPr txBox="1"/>
          <p:nvPr/>
        </p:nvSpPr>
        <p:spPr>
          <a:xfrm>
            <a:off x="8225644" y="1000291"/>
            <a:ext cx="3436124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16% higher revenue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solidFill>
                  <a:srgbClr val="002060"/>
                </a:solidFill>
              </a:rPr>
              <a:t>$999 vs. $859 per acre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17% less irrigation water used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solidFill>
                  <a:srgbClr val="002060"/>
                </a:solidFill>
              </a:rPr>
              <a:t>15 vs. 18 inches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2060"/>
                </a:solidFill>
              </a:rPr>
              <a:t>32% less fertilizer used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400" dirty="0">
                <a:solidFill>
                  <a:srgbClr val="002060"/>
                </a:solidFill>
              </a:rPr>
              <a:t>307 vs. 450 </a:t>
            </a:r>
            <a:r>
              <a:rPr lang="en-US" sz="1400" dirty="0" err="1">
                <a:solidFill>
                  <a:srgbClr val="002060"/>
                </a:solidFill>
              </a:rPr>
              <a:t>lbs</a:t>
            </a:r>
            <a:r>
              <a:rPr lang="en-US" sz="1400" dirty="0">
                <a:solidFill>
                  <a:srgbClr val="002060"/>
                </a:solidFill>
              </a:rPr>
              <a:t> per acre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4DD32071-A64D-8205-E5FC-EB3EA66959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0600" y="4953340"/>
            <a:ext cx="3470799" cy="112801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01AFDC58-98D3-6A88-1335-40B4C6CFEA2E}"/>
              </a:ext>
            </a:extLst>
          </p:cNvPr>
          <p:cNvGrpSpPr/>
          <p:nvPr/>
        </p:nvGrpSpPr>
        <p:grpSpPr>
          <a:xfrm>
            <a:off x="8552515" y="2662284"/>
            <a:ext cx="2782381" cy="3464120"/>
            <a:chOff x="10138600" y="2533974"/>
            <a:chExt cx="2524440" cy="3097646"/>
          </a:xfrm>
        </p:grpSpPr>
        <p:pic>
          <p:nvPicPr>
            <p:cNvPr id="52" name="Picture 51" descr="A group of graphs showing different types of numbers&#10;&#10;AI-generated content may be incorrect.">
              <a:extLst>
                <a:ext uri="{FF2B5EF4-FFF2-40B4-BE49-F238E27FC236}">
                  <a16:creationId xmlns:a16="http://schemas.microsoft.com/office/drawing/2014/main" id="{FAAC35AC-20F8-1BBA-2773-5A26080BC8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56859"/>
            <a:stretch>
              <a:fillRect/>
            </a:stretch>
          </p:blipFill>
          <p:spPr>
            <a:xfrm>
              <a:off x="10138600" y="2533974"/>
              <a:ext cx="2524440" cy="1661743"/>
            </a:xfrm>
            <a:prstGeom prst="rect">
              <a:avLst/>
            </a:prstGeom>
          </p:spPr>
        </p:pic>
        <p:pic>
          <p:nvPicPr>
            <p:cNvPr id="50" name="Picture 49" descr="A group of graphs showing different types of numbers&#10;&#10;AI-generated content may be incorrect.">
              <a:extLst>
                <a:ext uri="{FF2B5EF4-FFF2-40B4-BE49-F238E27FC236}">
                  <a16:creationId xmlns:a16="http://schemas.microsoft.com/office/drawing/2014/main" id="{EAA8047E-1D48-B608-BCC9-F9A45EAAC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61608"/>
            <a:stretch>
              <a:fillRect/>
            </a:stretch>
          </p:blipFill>
          <p:spPr>
            <a:xfrm>
              <a:off x="10138600" y="4152799"/>
              <a:ext cx="2524440" cy="1478821"/>
            </a:xfrm>
            <a:prstGeom prst="rect">
              <a:avLst/>
            </a:prstGeom>
          </p:spPr>
        </p:pic>
      </p:grpSp>
      <p:grpSp>
        <p:nvGrpSpPr>
          <p:cNvPr id="3155" name="Group 3154">
            <a:extLst>
              <a:ext uri="{FF2B5EF4-FFF2-40B4-BE49-F238E27FC236}">
                <a16:creationId xmlns:a16="http://schemas.microsoft.com/office/drawing/2014/main" id="{9CC4455D-790F-A36A-36C8-99C175B8EDEF}"/>
              </a:ext>
            </a:extLst>
          </p:cNvPr>
          <p:cNvGrpSpPr/>
          <p:nvPr/>
        </p:nvGrpSpPr>
        <p:grpSpPr>
          <a:xfrm>
            <a:off x="4381886" y="2697345"/>
            <a:ext cx="3453618" cy="1987386"/>
            <a:chOff x="4381886" y="2748147"/>
            <a:chExt cx="3453618" cy="1987386"/>
          </a:xfrm>
        </p:grpSpPr>
        <p:grpSp>
          <p:nvGrpSpPr>
            <p:cNvPr id="3106" name="Group 3105">
              <a:extLst>
                <a:ext uri="{FF2B5EF4-FFF2-40B4-BE49-F238E27FC236}">
                  <a16:creationId xmlns:a16="http://schemas.microsoft.com/office/drawing/2014/main" id="{F732C20A-D79A-7CA3-4FD8-EF15AF09E6F2}"/>
                </a:ext>
              </a:extLst>
            </p:cNvPr>
            <p:cNvGrpSpPr/>
            <p:nvPr/>
          </p:nvGrpSpPr>
          <p:grpSpPr>
            <a:xfrm>
              <a:off x="4381886" y="2748147"/>
              <a:ext cx="822537" cy="820961"/>
              <a:chOff x="4796025" y="2585333"/>
              <a:chExt cx="822537" cy="820961"/>
            </a:xfrm>
          </p:grpSpPr>
          <p:sp>
            <p:nvSpPr>
              <p:cNvPr id="3104" name="Rectangle 3103">
                <a:extLst>
                  <a:ext uri="{FF2B5EF4-FFF2-40B4-BE49-F238E27FC236}">
                    <a16:creationId xmlns:a16="http://schemas.microsoft.com/office/drawing/2014/main" id="{132793C7-89C3-ECFE-2393-529BDDFB972F}"/>
                  </a:ext>
                </a:extLst>
              </p:cNvPr>
              <p:cNvSpPr/>
              <p:nvPr/>
            </p:nvSpPr>
            <p:spPr>
              <a:xfrm>
                <a:off x="4807097" y="2585333"/>
                <a:ext cx="811465" cy="820961"/>
              </a:xfrm>
              <a:prstGeom prst="rect">
                <a:avLst/>
              </a:prstGeom>
              <a:solidFill>
                <a:srgbClr val="818105">
                  <a:alpha val="14902"/>
                </a:srgbClr>
              </a:solidFill>
              <a:ln w="28575">
                <a:solidFill>
                  <a:srgbClr val="81810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C89BE0F0-81EE-8D44-D6AB-B973C88EA1BF}"/>
                  </a:ext>
                </a:extLst>
              </p:cNvPr>
              <p:cNvGrpSpPr/>
              <p:nvPr/>
            </p:nvGrpSpPr>
            <p:grpSpPr>
              <a:xfrm>
                <a:off x="4899368" y="2950441"/>
                <a:ext cx="626921" cy="386982"/>
                <a:chOff x="3082299" y="2425000"/>
                <a:chExt cx="1275552" cy="773964"/>
              </a:xfrm>
              <a:solidFill>
                <a:schemeClr val="bg1"/>
              </a:solidFill>
            </p:grpSpPr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35EC33E-E35F-3056-7CDA-A6D24668EB5C}"/>
                    </a:ext>
                  </a:extLst>
                </p:cNvPr>
                <p:cNvSpPr/>
                <p:nvPr/>
              </p:nvSpPr>
              <p:spPr>
                <a:xfrm>
                  <a:off x="3082299" y="2527748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E01E403B-BA9F-880B-EF68-D283B8F82E64}"/>
                    </a:ext>
                  </a:extLst>
                </p:cNvPr>
                <p:cNvSpPr/>
                <p:nvPr/>
              </p:nvSpPr>
              <p:spPr>
                <a:xfrm>
                  <a:off x="3426085" y="2436308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94A288C3-A10A-8C30-0184-7144A4CD9657}"/>
                    </a:ext>
                  </a:extLst>
                </p:cNvPr>
                <p:cNvSpPr/>
                <p:nvPr/>
              </p:nvSpPr>
              <p:spPr>
                <a:xfrm>
                  <a:off x="3361225" y="2683371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2F9A879E-488D-F2C8-4186-C734A3C98163}"/>
                    </a:ext>
                  </a:extLst>
                </p:cNvPr>
                <p:cNvSpPr/>
                <p:nvPr/>
              </p:nvSpPr>
              <p:spPr>
                <a:xfrm>
                  <a:off x="3140954" y="2860935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1928DFC0-4A55-947D-BAE9-413A39A8A842}"/>
                    </a:ext>
                  </a:extLst>
                </p:cNvPr>
                <p:cNvSpPr/>
                <p:nvPr/>
              </p:nvSpPr>
              <p:spPr>
                <a:xfrm>
                  <a:off x="3394458" y="2983985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8D904997-6A33-CD23-43B1-1CFCBA5BA2DC}"/>
                    </a:ext>
                  </a:extLst>
                </p:cNvPr>
                <p:cNvSpPr/>
                <p:nvPr/>
              </p:nvSpPr>
              <p:spPr>
                <a:xfrm>
                  <a:off x="3729113" y="2925506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50796AB8-3A80-8AB6-DE46-3A5253B7675C}"/>
                    </a:ext>
                  </a:extLst>
                </p:cNvPr>
                <p:cNvSpPr/>
                <p:nvPr/>
              </p:nvSpPr>
              <p:spPr>
                <a:xfrm>
                  <a:off x="3630677" y="2678055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5" name="Oval 1024">
                  <a:extLst>
                    <a:ext uri="{FF2B5EF4-FFF2-40B4-BE49-F238E27FC236}">
                      <a16:creationId xmlns:a16="http://schemas.microsoft.com/office/drawing/2014/main" id="{0E46C854-739A-16F6-71D9-0699E7921917}"/>
                    </a:ext>
                  </a:extLst>
                </p:cNvPr>
                <p:cNvSpPr/>
                <p:nvPr/>
              </p:nvSpPr>
              <p:spPr>
                <a:xfrm>
                  <a:off x="3739745" y="2425000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7" name="Oval 1026">
                  <a:extLst>
                    <a:ext uri="{FF2B5EF4-FFF2-40B4-BE49-F238E27FC236}">
                      <a16:creationId xmlns:a16="http://schemas.microsoft.com/office/drawing/2014/main" id="{1B2B0DD8-71B7-EBD0-6E4C-90EBAE2B43D8}"/>
                    </a:ext>
                  </a:extLst>
                </p:cNvPr>
                <p:cNvSpPr/>
                <p:nvPr/>
              </p:nvSpPr>
              <p:spPr>
                <a:xfrm>
                  <a:off x="3922625" y="2586615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8" name="Oval 1027">
                  <a:extLst>
                    <a:ext uri="{FF2B5EF4-FFF2-40B4-BE49-F238E27FC236}">
                      <a16:creationId xmlns:a16="http://schemas.microsoft.com/office/drawing/2014/main" id="{A6FBD137-DB4F-8592-A3F5-FA9908896018}"/>
                    </a:ext>
                  </a:extLst>
                </p:cNvPr>
                <p:cNvSpPr/>
                <p:nvPr/>
              </p:nvSpPr>
              <p:spPr>
                <a:xfrm>
                  <a:off x="4174971" y="2516440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9" name="Oval 1028">
                  <a:extLst>
                    <a:ext uri="{FF2B5EF4-FFF2-40B4-BE49-F238E27FC236}">
                      <a16:creationId xmlns:a16="http://schemas.microsoft.com/office/drawing/2014/main" id="{C10861BF-2810-92B4-1BD2-C6AF26C62A77}"/>
                    </a:ext>
                  </a:extLst>
                </p:cNvPr>
                <p:cNvSpPr/>
                <p:nvPr/>
              </p:nvSpPr>
              <p:spPr>
                <a:xfrm>
                  <a:off x="4089557" y="2779553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0" name="Oval 1029">
                  <a:extLst>
                    <a:ext uri="{FF2B5EF4-FFF2-40B4-BE49-F238E27FC236}">
                      <a16:creationId xmlns:a16="http://schemas.microsoft.com/office/drawing/2014/main" id="{A4B5CC41-BE6F-72E1-5B7A-2A4091156467}"/>
                    </a:ext>
                  </a:extLst>
                </p:cNvPr>
                <p:cNvSpPr/>
                <p:nvPr/>
              </p:nvSpPr>
              <p:spPr>
                <a:xfrm>
                  <a:off x="4003433" y="3016084"/>
                  <a:ext cx="182880" cy="182880"/>
                </a:xfrm>
                <a:prstGeom prst="ellipse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098" name="TextBox 3097">
                <a:extLst>
                  <a:ext uri="{FF2B5EF4-FFF2-40B4-BE49-F238E27FC236}">
                    <a16:creationId xmlns:a16="http://schemas.microsoft.com/office/drawing/2014/main" id="{87AB406B-A9ED-A010-9890-5970AB332A1C}"/>
                  </a:ext>
                </a:extLst>
              </p:cNvPr>
              <p:cNvSpPr txBox="1"/>
              <p:nvPr/>
            </p:nvSpPr>
            <p:spPr>
              <a:xfrm>
                <a:off x="4796025" y="2621020"/>
                <a:ext cx="78348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rgbClr val="818105"/>
                    </a:solidFill>
                  </a:rPr>
                  <a:t>Initialize</a:t>
                </a:r>
              </a:p>
            </p:txBody>
          </p:sp>
        </p:grpSp>
        <p:grpSp>
          <p:nvGrpSpPr>
            <p:cNvPr id="3108" name="Group 3107">
              <a:extLst>
                <a:ext uri="{FF2B5EF4-FFF2-40B4-BE49-F238E27FC236}">
                  <a16:creationId xmlns:a16="http://schemas.microsoft.com/office/drawing/2014/main" id="{10C65DA4-970F-966A-27F4-062133EC1B47}"/>
                </a:ext>
              </a:extLst>
            </p:cNvPr>
            <p:cNvGrpSpPr/>
            <p:nvPr/>
          </p:nvGrpSpPr>
          <p:grpSpPr>
            <a:xfrm>
              <a:off x="4709753" y="3965654"/>
              <a:ext cx="1196332" cy="769879"/>
              <a:chOff x="4796312" y="3968437"/>
              <a:chExt cx="1196332" cy="769879"/>
            </a:xfrm>
          </p:grpSpPr>
          <p:sp>
            <p:nvSpPr>
              <p:cNvPr id="3107" name="Rectangle 3106">
                <a:extLst>
                  <a:ext uri="{FF2B5EF4-FFF2-40B4-BE49-F238E27FC236}">
                    <a16:creationId xmlns:a16="http://schemas.microsoft.com/office/drawing/2014/main" id="{D0C27AF3-CC37-0713-A593-AA15684EF23B}"/>
                  </a:ext>
                </a:extLst>
              </p:cNvPr>
              <p:cNvSpPr/>
              <p:nvPr/>
            </p:nvSpPr>
            <p:spPr>
              <a:xfrm>
                <a:off x="4796312" y="3968437"/>
                <a:ext cx="1196332" cy="769879"/>
              </a:xfrm>
              <a:prstGeom prst="rect">
                <a:avLst/>
              </a:prstGeom>
              <a:solidFill>
                <a:srgbClr val="818105">
                  <a:alpha val="14902"/>
                </a:srgbClr>
              </a:solidFill>
              <a:ln w="28575">
                <a:solidFill>
                  <a:srgbClr val="81810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1083" name="Group 1082">
                <a:extLst>
                  <a:ext uri="{FF2B5EF4-FFF2-40B4-BE49-F238E27FC236}">
                    <a16:creationId xmlns:a16="http://schemas.microsoft.com/office/drawing/2014/main" id="{66E3E52C-99BE-071C-B253-DD0745CF9F51}"/>
                  </a:ext>
                </a:extLst>
              </p:cNvPr>
              <p:cNvGrpSpPr/>
              <p:nvPr/>
            </p:nvGrpSpPr>
            <p:grpSpPr>
              <a:xfrm>
                <a:off x="4932659" y="4270631"/>
                <a:ext cx="1001392" cy="383652"/>
                <a:chOff x="5265517" y="2436308"/>
                <a:chExt cx="2200745" cy="773964"/>
              </a:xfrm>
            </p:grpSpPr>
            <p:sp>
              <p:nvSpPr>
                <p:cNvPr id="1084" name="Oval 1083">
                  <a:extLst>
                    <a:ext uri="{FF2B5EF4-FFF2-40B4-BE49-F238E27FC236}">
                      <a16:creationId xmlns:a16="http://schemas.microsoft.com/office/drawing/2014/main" id="{5CB3EE72-699E-F343-8E56-7A395DE03C57}"/>
                    </a:ext>
                  </a:extLst>
                </p:cNvPr>
                <p:cNvSpPr/>
                <p:nvPr/>
              </p:nvSpPr>
              <p:spPr>
                <a:xfrm>
                  <a:off x="5265517" y="2539056"/>
                  <a:ext cx="182880" cy="182880"/>
                </a:xfrm>
                <a:prstGeom prst="ellipse">
                  <a:avLst/>
                </a:prstGeom>
                <a:solidFill>
                  <a:srgbClr val="27611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5" name="Oval 1084">
                  <a:extLst>
                    <a:ext uri="{FF2B5EF4-FFF2-40B4-BE49-F238E27FC236}">
                      <a16:creationId xmlns:a16="http://schemas.microsoft.com/office/drawing/2014/main" id="{9BB116B0-1787-1556-666D-9882F4D6A270}"/>
                    </a:ext>
                  </a:extLst>
                </p:cNvPr>
                <p:cNvSpPr/>
                <p:nvPr/>
              </p:nvSpPr>
              <p:spPr>
                <a:xfrm>
                  <a:off x="5324172" y="2872243"/>
                  <a:ext cx="182880" cy="18288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6" name="Oval 1085">
                  <a:extLst>
                    <a:ext uri="{FF2B5EF4-FFF2-40B4-BE49-F238E27FC236}">
                      <a16:creationId xmlns:a16="http://schemas.microsoft.com/office/drawing/2014/main" id="{F64F0939-594E-44F5-88AF-C50A802B1F6F}"/>
                    </a:ext>
                  </a:extLst>
                </p:cNvPr>
                <p:cNvSpPr/>
                <p:nvPr/>
              </p:nvSpPr>
              <p:spPr>
                <a:xfrm>
                  <a:off x="5577676" y="2995293"/>
                  <a:ext cx="182880" cy="18288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7" name="Oval 1086">
                  <a:extLst>
                    <a:ext uri="{FF2B5EF4-FFF2-40B4-BE49-F238E27FC236}">
                      <a16:creationId xmlns:a16="http://schemas.microsoft.com/office/drawing/2014/main" id="{B4D95BBA-0B6A-CFA1-6858-9532C99F9372}"/>
                    </a:ext>
                  </a:extLst>
                </p:cNvPr>
                <p:cNvSpPr/>
                <p:nvPr/>
              </p:nvSpPr>
              <p:spPr>
                <a:xfrm>
                  <a:off x="5813895" y="2689363"/>
                  <a:ext cx="182880" cy="182880"/>
                </a:xfrm>
                <a:prstGeom prst="ellipse">
                  <a:avLst/>
                </a:prstGeom>
                <a:solidFill>
                  <a:srgbClr val="95B176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2" name="Oval 3071">
                  <a:extLst>
                    <a:ext uri="{FF2B5EF4-FFF2-40B4-BE49-F238E27FC236}">
                      <a16:creationId xmlns:a16="http://schemas.microsoft.com/office/drawing/2014/main" id="{8CA4691D-83F5-6EFD-70C2-257137DFC958}"/>
                    </a:ext>
                  </a:extLst>
                </p:cNvPr>
                <p:cNvSpPr/>
                <p:nvPr/>
              </p:nvSpPr>
              <p:spPr>
                <a:xfrm>
                  <a:off x="5922963" y="2436308"/>
                  <a:ext cx="182880" cy="18288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3" name="Oval 3072">
                  <a:extLst>
                    <a:ext uri="{FF2B5EF4-FFF2-40B4-BE49-F238E27FC236}">
                      <a16:creationId xmlns:a16="http://schemas.microsoft.com/office/drawing/2014/main" id="{54A8C4AF-2C5C-68A9-B316-2B33A09FBE9D}"/>
                    </a:ext>
                  </a:extLst>
                </p:cNvPr>
                <p:cNvSpPr/>
                <p:nvPr/>
              </p:nvSpPr>
              <p:spPr>
                <a:xfrm>
                  <a:off x="6358189" y="2527748"/>
                  <a:ext cx="182880" cy="182880"/>
                </a:xfrm>
                <a:prstGeom prst="ellipse">
                  <a:avLst/>
                </a:prstGeom>
                <a:solidFill>
                  <a:srgbClr val="E3F1D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5" name="Oval 3074">
                  <a:extLst>
                    <a:ext uri="{FF2B5EF4-FFF2-40B4-BE49-F238E27FC236}">
                      <a16:creationId xmlns:a16="http://schemas.microsoft.com/office/drawing/2014/main" id="{90AFF32D-E1B8-F93B-8B8C-25161F24053B}"/>
                    </a:ext>
                  </a:extLst>
                </p:cNvPr>
                <p:cNvSpPr/>
                <p:nvPr/>
              </p:nvSpPr>
              <p:spPr>
                <a:xfrm>
                  <a:off x="6272775" y="2790861"/>
                  <a:ext cx="182880" cy="182880"/>
                </a:xfrm>
                <a:prstGeom prst="ellipse">
                  <a:avLst/>
                </a:prstGeom>
                <a:solidFill>
                  <a:srgbClr val="95B176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7" name="Oval 3076">
                  <a:extLst>
                    <a:ext uri="{FF2B5EF4-FFF2-40B4-BE49-F238E27FC236}">
                      <a16:creationId xmlns:a16="http://schemas.microsoft.com/office/drawing/2014/main" id="{7D3F5782-E1DA-6438-74F5-ACEE1BC70A39}"/>
                    </a:ext>
                  </a:extLst>
                </p:cNvPr>
                <p:cNvSpPr/>
                <p:nvPr/>
              </p:nvSpPr>
              <p:spPr>
                <a:xfrm>
                  <a:off x="6186651" y="3027392"/>
                  <a:ext cx="182880" cy="18288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8" name="Oval 3077">
                  <a:extLst>
                    <a:ext uri="{FF2B5EF4-FFF2-40B4-BE49-F238E27FC236}">
                      <a16:creationId xmlns:a16="http://schemas.microsoft.com/office/drawing/2014/main" id="{2DE31156-627F-BC41-049F-A46FE6F56CF7}"/>
                    </a:ext>
                  </a:extLst>
                </p:cNvPr>
                <p:cNvSpPr/>
                <p:nvPr/>
              </p:nvSpPr>
              <p:spPr>
                <a:xfrm>
                  <a:off x="6758504" y="2618292"/>
                  <a:ext cx="182880" cy="182880"/>
                </a:xfrm>
                <a:prstGeom prst="ellipse">
                  <a:avLst/>
                </a:prstGeom>
                <a:solidFill>
                  <a:srgbClr val="A5A5A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9" name="Oval 3078">
                  <a:extLst>
                    <a:ext uri="{FF2B5EF4-FFF2-40B4-BE49-F238E27FC236}">
                      <a16:creationId xmlns:a16="http://schemas.microsoft.com/office/drawing/2014/main" id="{00D35D77-AACB-0C46-E503-A27AD0E07824}"/>
                    </a:ext>
                  </a:extLst>
                </p:cNvPr>
                <p:cNvSpPr/>
                <p:nvPr/>
              </p:nvSpPr>
              <p:spPr>
                <a:xfrm>
                  <a:off x="6941384" y="2791078"/>
                  <a:ext cx="182880" cy="182880"/>
                </a:xfrm>
                <a:prstGeom prst="ellipse">
                  <a:avLst/>
                </a:prstGeom>
                <a:solidFill>
                  <a:srgbClr val="A5A5A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0" name="Oval 3079">
                  <a:extLst>
                    <a:ext uri="{FF2B5EF4-FFF2-40B4-BE49-F238E27FC236}">
                      <a16:creationId xmlns:a16="http://schemas.microsoft.com/office/drawing/2014/main" id="{908C2AFB-0C5B-4149-AB60-C7A3AB3CAF83}"/>
                    </a:ext>
                  </a:extLst>
                </p:cNvPr>
                <p:cNvSpPr/>
                <p:nvPr/>
              </p:nvSpPr>
              <p:spPr>
                <a:xfrm>
                  <a:off x="7087495" y="2604645"/>
                  <a:ext cx="182880" cy="182880"/>
                </a:xfrm>
                <a:prstGeom prst="ellipse">
                  <a:avLst/>
                </a:prstGeom>
                <a:solidFill>
                  <a:srgbClr val="A5A5A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1" name="Oval 3080">
                  <a:extLst>
                    <a:ext uri="{FF2B5EF4-FFF2-40B4-BE49-F238E27FC236}">
                      <a16:creationId xmlns:a16="http://schemas.microsoft.com/office/drawing/2014/main" id="{1F22CB50-A5B6-F143-6C78-E6178EC5A427}"/>
                    </a:ext>
                  </a:extLst>
                </p:cNvPr>
                <p:cNvSpPr/>
                <p:nvPr/>
              </p:nvSpPr>
              <p:spPr>
                <a:xfrm>
                  <a:off x="7270375" y="2777431"/>
                  <a:ext cx="182880" cy="182880"/>
                </a:xfrm>
                <a:prstGeom prst="ellipse">
                  <a:avLst/>
                </a:prstGeom>
                <a:solidFill>
                  <a:srgbClr val="A5A5A5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082" name="Group 3081">
                  <a:extLst>
                    <a:ext uri="{FF2B5EF4-FFF2-40B4-BE49-F238E27FC236}">
                      <a16:creationId xmlns:a16="http://schemas.microsoft.com/office/drawing/2014/main" id="{F468C60C-6F52-C67D-8962-70EF53C2D530}"/>
                    </a:ext>
                  </a:extLst>
                </p:cNvPr>
                <p:cNvGrpSpPr/>
                <p:nvPr/>
              </p:nvGrpSpPr>
              <p:grpSpPr>
                <a:xfrm>
                  <a:off x="5609303" y="2447573"/>
                  <a:ext cx="182880" cy="182923"/>
                  <a:chOff x="5609303" y="2447573"/>
                  <a:chExt cx="182880" cy="182923"/>
                </a:xfrm>
              </p:grpSpPr>
              <p:sp>
                <p:nvSpPr>
                  <p:cNvPr id="3096" name="Oval 3095">
                    <a:extLst>
                      <a:ext uri="{FF2B5EF4-FFF2-40B4-BE49-F238E27FC236}">
                        <a16:creationId xmlns:a16="http://schemas.microsoft.com/office/drawing/2014/main" id="{0DF907F1-3872-DC32-EE5E-534B81EB8254}"/>
                      </a:ext>
                    </a:extLst>
                  </p:cNvPr>
                  <p:cNvSpPr/>
                  <p:nvPr/>
                </p:nvSpPr>
                <p:spPr>
                  <a:xfrm>
                    <a:off x="5609303" y="2447616"/>
                    <a:ext cx="182880" cy="182880"/>
                  </a:xfrm>
                  <a:prstGeom prst="ellipse">
                    <a:avLst/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7" name="Pie 3096">
                    <a:extLst>
                      <a:ext uri="{FF2B5EF4-FFF2-40B4-BE49-F238E27FC236}">
                        <a16:creationId xmlns:a16="http://schemas.microsoft.com/office/drawing/2014/main" id="{DA9444DA-E5D3-A83C-2968-4B6F67667A83}"/>
                      </a:ext>
                    </a:extLst>
                  </p:cNvPr>
                  <p:cNvSpPr/>
                  <p:nvPr/>
                </p:nvSpPr>
                <p:spPr>
                  <a:xfrm>
                    <a:off x="5609303" y="2447573"/>
                    <a:ext cx="182880" cy="182880"/>
                  </a:xfrm>
                  <a:prstGeom prst="pie">
                    <a:avLst>
                      <a:gd name="adj1" fmla="val 2847946"/>
                      <a:gd name="adj2" fmla="val 13720470"/>
                    </a:avLst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3083" name="Group 3082">
                  <a:extLst>
                    <a:ext uri="{FF2B5EF4-FFF2-40B4-BE49-F238E27FC236}">
                      <a16:creationId xmlns:a16="http://schemas.microsoft.com/office/drawing/2014/main" id="{B58747F6-9923-0F1A-AA1F-83670BFD5FDD}"/>
                    </a:ext>
                  </a:extLst>
                </p:cNvPr>
                <p:cNvGrpSpPr/>
                <p:nvPr/>
              </p:nvGrpSpPr>
              <p:grpSpPr>
                <a:xfrm>
                  <a:off x="5540016" y="2694679"/>
                  <a:ext cx="187307" cy="191250"/>
                  <a:chOff x="5540016" y="2694679"/>
                  <a:chExt cx="187307" cy="191250"/>
                </a:xfrm>
              </p:grpSpPr>
              <p:sp>
                <p:nvSpPr>
                  <p:cNvPr id="3094" name="Oval 3093">
                    <a:extLst>
                      <a:ext uri="{FF2B5EF4-FFF2-40B4-BE49-F238E27FC236}">
                        <a16:creationId xmlns:a16="http://schemas.microsoft.com/office/drawing/2014/main" id="{EE813203-5366-4574-5837-947E03153E52}"/>
                      </a:ext>
                    </a:extLst>
                  </p:cNvPr>
                  <p:cNvSpPr/>
                  <p:nvPr/>
                </p:nvSpPr>
                <p:spPr>
                  <a:xfrm>
                    <a:off x="5544443" y="2694679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5" name="Pie 3094">
                    <a:extLst>
                      <a:ext uri="{FF2B5EF4-FFF2-40B4-BE49-F238E27FC236}">
                        <a16:creationId xmlns:a16="http://schemas.microsoft.com/office/drawing/2014/main" id="{663438B3-3793-C13D-FDD9-2A584CAA9BD0}"/>
                      </a:ext>
                    </a:extLst>
                  </p:cNvPr>
                  <p:cNvSpPr/>
                  <p:nvPr/>
                </p:nvSpPr>
                <p:spPr>
                  <a:xfrm>
                    <a:off x="5540016" y="2703049"/>
                    <a:ext cx="182880" cy="182880"/>
                  </a:xfrm>
                  <a:prstGeom prst="pie">
                    <a:avLst>
                      <a:gd name="adj1" fmla="val 2847946"/>
                      <a:gd name="adj2" fmla="val 13720470"/>
                    </a:avLst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3084" name="Group 3083">
                  <a:extLst>
                    <a:ext uri="{FF2B5EF4-FFF2-40B4-BE49-F238E27FC236}">
                      <a16:creationId xmlns:a16="http://schemas.microsoft.com/office/drawing/2014/main" id="{02865231-6549-BDA6-3707-AA3AFE9B7FD2}"/>
                    </a:ext>
                  </a:extLst>
                </p:cNvPr>
                <p:cNvGrpSpPr/>
                <p:nvPr/>
              </p:nvGrpSpPr>
              <p:grpSpPr>
                <a:xfrm>
                  <a:off x="6103787" y="2596095"/>
                  <a:ext cx="184936" cy="184708"/>
                  <a:chOff x="6103787" y="2596095"/>
                  <a:chExt cx="184936" cy="184708"/>
                </a:xfrm>
              </p:grpSpPr>
              <p:sp>
                <p:nvSpPr>
                  <p:cNvPr id="3092" name="Oval 3091">
                    <a:extLst>
                      <a:ext uri="{FF2B5EF4-FFF2-40B4-BE49-F238E27FC236}">
                        <a16:creationId xmlns:a16="http://schemas.microsoft.com/office/drawing/2014/main" id="{8E636B99-A74D-F5B4-AF38-9A45A6253C03}"/>
                      </a:ext>
                    </a:extLst>
                  </p:cNvPr>
                  <p:cNvSpPr/>
                  <p:nvPr/>
                </p:nvSpPr>
                <p:spPr>
                  <a:xfrm>
                    <a:off x="6105843" y="2597923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3" name="Pie 3092">
                    <a:extLst>
                      <a:ext uri="{FF2B5EF4-FFF2-40B4-BE49-F238E27FC236}">
                        <a16:creationId xmlns:a16="http://schemas.microsoft.com/office/drawing/2014/main" id="{368AAA26-6D11-F507-5A75-FC8C1C8E7AD0}"/>
                      </a:ext>
                    </a:extLst>
                  </p:cNvPr>
                  <p:cNvSpPr/>
                  <p:nvPr/>
                </p:nvSpPr>
                <p:spPr>
                  <a:xfrm>
                    <a:off x="6103787" y="2596095"/>
                    <a:ext cx="182880" cy="182880"/>
                  </a:xfrm>
                  <a:prstGeom prst="pie">
                    <a:avLst>
                      <a:gd name="adj1" fmla="val 2847946"/>
                      <a:gd name="adj2" fmla="val 13720470"/>
                    </a:avLst>
                  </a:prstGeom>
                  <a:solidFill>
                    <a:srgbClr val="92D05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3085" name="Group 3084">
                  <a:extLst>
                    <a:ext uri="{FF2B5EF4-FFF2-40B4-BE49-F238E27FC236}">
                      <a16:creationId xmlns:a16="http://schemas.microsoft.com/office/drawing/2014/main" id="{1CA19F19-9E28-1987-4500-46702FFCA069}"/>
                    </a:ext>
                  </a:extLst>
                </p:cNvPr>
                <p:cNvGrpSpPr/>
                <p:nvPr/>
              </p:nvGrpSpPr>
              <p:grpSpPr>
                <a:xfrm>
                  <a:off x="5910973" y="2935952"/>
                  <a:ext cx="184238" cy="183742"/>
                  <a:chOff x="5910973" y="2935952"/>
                  <a:chExt cx="184238" cy="183742"/>
                </a:xfrm>
              </p:grpSpPr>
              <p:sp>
                <p:nvSpPr>
                  <p:cNvPr id="3090" name="Oval 3089">
                    <a:extLst>
                      <a:ext uri="{FF2B5EF4-FFF2-40B4-BE49-F238E27FC236}">
                        <a16:creationId xmlns:a16="http://schemas.microsoft.com/office/drawing/2014/main" id="{938C8B31-57C5-570B-2354-94E6281A86D4}"/>
                      </a:ext>
                    </a:extLst>
                  </p:cNvPr>
                  <p:cNvSpPr/>
                  <p:nvPr/>
                </p:nvSpPr>
                <p:spPr>
                  <a:xfrm>
                    <a:off x="5912331" y="2936814"/>
                    <a:ext cx="182880" cy="18288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1" name="Pie 3090">
                    <a:extLst>
                      <a:ext uri="{FF2B5EF4-FFF2-40B4-BE49-F238E27FC236}">
                        <a16:creationId xmlns:a16="http://schemas.microsoft.com/office/drawing/2014/main" id="{067A426A-3650-6B35-95E5-D23CB5E5E81D}"/>
                      </a:ext>
                    </a:extLst>
                  </p:cNvPr>
                  <p:cNvSpPr/>
                  <p:nvPr/>
                </p:nvSpPr>
                <p:spPr>
                  <a:xfrm>
                    <a:off x="5910973" y="2935952"/>
                    <a:ext cx="182880" cy="182880"/>
                  </a:xfrm>
                  <a:prstGeom prst="pie">
                    <a:avLst>
                      <a:gd name="adj1" fmla="val 2847946"/>
                      <a:gd name="adj2" fmla="val 13720470"/>
                    </a:avLst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3086" name="Cross 3085">
                  <a:extLst>
                    <a:ext uri="{FF2B5EF4-FFF2-40B4-BE49-F238E27FC236}">
                      <a16:creationId xmlns:a16="http://schemas.microsoft.com/office/drawing/2014/main" id="{27C4E889-AB31-F332-0DB0-D4E8EF1FE824}"/>
                    </a:ext>
                  </a:extLst>
                </p:cNvPr>
                <p:cNvSpPr/>
                <p:nvPr/>
              </p:nvSpPr>
              <p:spPr>
                <a:xfrm rot="2693924">
                  <a:off x="6745855" y="2609148"/>
                  <a:ext cx="201168" cy="201168"/>
                </a:xfrm>
                <a:prstGeom prst="plus">
                  <a:avLst>
                    <a:gd name="adj" fmla="val 43687"/>
                  </a:avLst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7" name="Cross 3086">
                  <a:extLst>
                    <a:ext uri="{FF2B5EF4-FFF2-40B4-BE49-F238E27FC236}">
                      <a16:creationId xmlns:a16="http://schemas.microsoft.com/office/drawing/2014/main" id="{9DEEE5E5-ED5A-1C6F-8882-C31EA8F93EE8}"/>
                    </a:ext>
                  </a:extLst>
                </p:cNvPr>
                <p:cNvSpPr/>
                <p:nvPr/>
              </p:nvSpPr>
              <p:spPr>
                <a:xfrm rot="2693924">
                  <a:off x="6928736" y="2780015"/>
                  <a:ext cx="201168" cy="201168"/>
                </a:xfrm>
                <a:prstGeom prst="plus">
                  <a:avLst>
                    <a:gd name="adj" fmla="val 43687"/>
                  </a:avLst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8" name="Cross 3087">
                  <a:extLst>
                    <a:ext uri="{FF2B5EF4-FFF2-40B4-BE49-F238E27FC236}">
                      <a16:creationId xmlns:a16="http://schemas.microsoft.com/office/drawing/2014/main" id="{52D82BDB-E7D9-0C56-A012-492B684B4365}"/>
                    </a:ext>
                  </a:extLst>
                </p:cNvPr>
                <p:cNvSpPr/>
                <p:nvPr/>
              </p:nvSpPr>
              <p:spPr>
                <a:xfrm rot="2693924">
                  <a:off x="7082213" y="2600116"/>
                  <a:ext cx="201168" cy="201168"/>
                </a:xfrm>
                <a:prstGeom prst="plus">
                  <a:avLst>
                    <a:gd name="adj" fmla="val 43687"/>
                  </a:avLst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9" name="Cross 3088">
                  <a:extLst>
                    <a:ext uri="{FF2B5EF4-FFF2-40B4-BE49-F238E27FC236}">
                      <a16:creationId xmlns:a16="http://schemas.microsoft.com/office/drawing/2014/main" id="{A709AF2F-0879-5E78-D91E-261B4AB03DD9}"/>
                    </a:ext>
                  </a:extLst>
                </p:cNvPr>
                <p:cNvSpPr/>
                <p:nvPr/>
              </p:nvSpPr>
              <p:spPr>
                <a:xfrm rot="2693924">
                  <a:off x="7265094" y="2770983"/>
                  <a:ext cx="201168" cy="201168"/>
                </a:xfrm>
                <a:prstGeom prst="plus">
                  <a:avLst>
                    <a:gd name="adj" fmla="val 43687"/>
                  </a:avLst>
                </a:prstGeom>
                <a:solidFill>
                  <a:srgbClr val="FF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103" name="TextBox 3102">
                <a:extLst>
                  <a:ext uri="{FF2B5EF4-FFF2-40B4-BE49-F238E27FC236}">
                    <a16:creationId xmlns:a16="http://schemas.microsoft.com/office/drawing/2014/main" id="{F4E1EA02-51F5-F40E-F69B-955CE0160831}"/>
                  </a:ext>
                </a:extLst>
              </p:cNvPr>
              <p:cNvSpPr txBox="1"/>
              <p:nvPr/>
            </p:nvSpPr>
            <p:spPr>
              <a:xfrm>
                <a:off x="5061460" y="3988293"/>
                <a:ext cx="6303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rgbClr val="818105"/>
                    </a:solidFill>
                  </a:rPr>
                  <a:t>Select</a:t>
                </a:r>
              </a:p>
            </p:txBody>
          </p:sp>
        </p:grpSp>
        <p:grpSp>
          <p:nvGrpSpPr>
            <p:cNvPr id="3130" name="Group 3129">
              <a:extLst>
                <a:ext uri="{FF2B5EF4-FFF2-40B4-BE49-F238E27FC236}">
                  <a16:creationId xmlns:a16="http://schemas.microsoft.com/office/drawing/2014/main" id="{67028CFD-41D7-8DC1-8409-8598F2A9D491}"/>
                </a:ext>
              </a:extLst>
            </p:cNvPr>
            <p:cNvGrpSpPr/>
            <p:nvPr/>
          </p:nvGrpSpPr>
          <p:grpSpPr>
            <a:xfrm>
              <a:off x="5406621" y="2748147"/>
              <a:ext cx="1230024" cy="858132"/>
              <a:chOff x="5373688" y="2748148"/>
              <a:chExt cx="1230024" cy="858132"/>
            </a:xfrm>
          </p:grpSpPr>
          <p:sp>
            <p:nvSpPr>
              <p:cNvPr id="3109" name="Rectangle 3108">
                <a:extLst>
                  <a:ext uri="{FF2B5EF4-FFF2-40B4-BE49-F238E27FC236}">
                    <a16:creationId xmlns:a16="http://schemas.microsoft.com/office/drawing/2014/main" id="{42343BA9-59C8-44FA-13C4-9014DCEDB9DF}"/>
                  </a:ext>
                </a:extLst>
              </p:cNvPr>
              <p:cNvSpPr/>
              <p:nvPr/>
            </p:nvSpPr>
            <p:spPr>
              <a:xfrm>
                <a:off x="5373688" y="2748148"/>
                <a:ext cx="1221149" cy="820961"/>
              </a:xfrm>
              <a:prstGeom prst="rect">
                <a:avLst/>
              </a:prstGeom>
              <a:solidFill>
                <a:srgbClr val="818105">
                  <a:alpha val="14902"/>
                </a:srgbClr>
              </a:solidFill>
              <a:ln w="28575">
                <a:solidFill>
                  <a:srgbClr val="81810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00" name="TextBox 3099">
                <a:extLst>
                  <a:ext uri="{FF2B5EF4-FFF2-40B4-BE49-F238E27FC236}">
                    <a16:creationId xmlns:a16="http://schemas.microsoft.com/office/drawing/2014/main" id="{C23E0FAA-5EEF-996B-46B9-F0D8CE4E7B04}"/>
                  </a:ext>
                </a:extLst>
              </p:cNvPr>
              <p:cNvSpPr txBox="1"/>
              <p:nvPr/>
            </p:nvSpPr>
            <p:spPr>
              <a:xfrm>
                <a:off x="5598480" y="2782373"/>
                <a:ext cx="7898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rgbClr val="818105"/>
                    </a:solidFill>
                  </a:rPr>
                  <a:t>Evaluate</a:t>
                </a:r>
              </a:p>
            </p:txBody>
          </p:sp>
          <p:grpSp>
            <p:nvGrpSpPr>
              <p:cNvPr id="1031" name="Group 1030">
                <a:extLst>
                  <a:ext uri="{FF2B5EF4-FFF2-40B4-BE49-F238E27FC236}">
                    <a16:creationId xmlns:a16="http://schemas.microsoft.com/office/drawing/2014/main" id="{81BE79D0-1C0F-66EF-FD6C-E79D8F8FC56B}"/>
                  </a:ext>
                </a:extLst>
              </p:cNvPr>
              <p:cNvGrpSpPr/>
              <p:nvPr/>
            </p:nvGrpSpPr>
            <p:grpSpPr>
              <a:xfrm>
                <a:off x="5478587" y="2999480"/>
                <a:ext cx="1125125" cy="606800"/>
                <a:chOff x="808297" y="2357334"/>
                <a:chExt cx="2327513" cy="1300654"/>
              </a:xfrm>
            </p:grpSpPr>
            <p:grpSp>
              <p:nvGrpSpPr>
                <p:cNvPr id="1032" name="Group 1031">
                  <a:extLst>
                    <a:ext uri="{FF2B5EF4-FFF2-40B4-BE49-F238E27FC236}">
                      <a16:creationId xmlns:a16="http://schemas.microsoft.com/office/drawing/2014/main" id="{E652CF06-CF6E-D822-274B-72944388815E}"/>
                    </a:ext>
                  </a:extLst>
                </p:cNvPr>
                <p:cNvGrpSpPr/>
                <p:nvPr/>
              </p:nvGrpSpPr>
              <p:grpSpPr>
                <a:xfrm>
                  <a:off x="808297" y="2633801"/>
                  <a:ext cx="1275552" cy="773964"/>
                  <a:chOff x="3082299" y="2425000"/>
                  <a:chExt cx="1275552" cy="773964"/>
                </a:xfrm>
              </p:grpSpPr>
              <p:sp>
                <p:nvSpPr>
                  <p:cNvPr id="1036" name="Oval 1035">
                    <a:extLst>
                      <a:ext uri="{FF2B5EF4-FFF2-40B4-BE49-F238E27FC236}">
                        <a16:creationId xmlns:a16="http://schemas.microsoft.com/office/drawing/2014/main" id="{D3681E4B-E063-78D6-C2F1-FDB9963A9172}"/>
                      </a:ext>
                    </a:extLst>
                  </p:cNvPr>
                  <p:cNvSpPr/>
                  <p:nvPr/>
                </p:nvSpPr>
                <p:spPr>
                  <a:xfrm>
                    <a:off x="3082299" y="2527748"/>
                    <a:ext cx="182880" cy="182880"/>
                  </a:xfrm>
                  <a:prstGeom prst="ellipse">
                    <a:avLst/>
                  </a:prstGeom>
                  <a:solidFill>
                    <a:srgbClr val="276113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7" name="Oval 1036">
                    <a:extLst>
                      <a:ext uri="{FF2B5EF4-FFF2-40B4-BE49-F238E27FC236}">
                        <a16:creationId xmlns:a16="http://schemas.microsoft.com/office/drawing/2014/main" id="{BEE32689-2705-8666-A2A5-6BE725AB26D2}"/>
                      </a:ext>
                    </a:extLst>
                  </p:cNvPr>
                  <p:cNvSpPr/>
                  <p:nvPr/>
                </p:nvSpPr>
                <p:spPr>
                  <a:xfrm>
                    <a:off x="3426085" y="2436308"/>
                    <a:ext cx="182880" cy="182880"/>
                  </a:xfrm>
                  <a:prstGeom prst="ellipse">
                    <a:avLst/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8" name="Oval 1037">
                    <a:extLst>
                      <a:ext uri="{FF2B5EF4-FFF2-40B4-BE49-F238E27FC236}">
                        <a16:creationId xmlns:a16="http://schemas.microsoft.com/office/drawing/2014/main" id="{4CB8591A-D3C2-BB00-8E9D-73C03BF434A0}"/>
                      </a:ext>
                    </a:extLst>
                  </p:cNvPr>
                  <p:cNvSpPr/>
                  <p:nvPr/>
                </p:nvSpPr>
                <p:spPr>
                  <a:xfrm>
                    <a:off x="3361225" y="2683371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9" name="Oval 1038">
                    <a:extLst>
                      <a:ext uri="{FF2B5EF4-FFF2-40B4-BE49-F238E27FC236}">
                        <a16:creationId xmlns:a16="http://schemas.microsoft.com/office/drawing/2014/main" id="{BCD43883-B9A7-8944-1D40-0B7173DF11DE}"/>
                      </a:ext>
                    </a:extLst>
                  </p:cNvPr>
                  <p:cNvSpPr/>
                  <p:nvPr/>
                </p:nvSpPr>
                <p:spPr>
                  <a:xfrm>
                    <a:off x="3140954" y="2860935"/>
                    <a:ext cx="182880" cy="182880"/>
                  </a:xfrm>
                  <a:prstGeom prst="ellipse">
                    <a:avLst/>
                  </a:prstGeom>
                  <a:solidFill>
                    <a:srgbClr val="A5A5A5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0" name="Oval 1039">
                    <a:extLst>
                      <a:ext uri="{FF2B5EF4-FFF2-40B4-BE49-F238E27FC236}">
                        <a16:creationId xmlns:a16="http://schemas.microsoft.com/office/drawing/2014/main" id="{82831438-A1A2-3002-EE98-F2E2BB55EE13}"/>
                      </a:ext>
                    </a:extLst>
                  </p:cNvPr>
                  <p:cNvSpPr/>
                  <p:nvPr/>
                </p:nvSpPr>
                <p:spPr>
                  <a:xfrm>
                    <a:off x="3394458" y="2983985"/>
                    <a:ext cx="182880" cy="182880"/>
                  </a:xfrm>
                  <a:prstGeom prst="ellipse">
                    <a:avLst/>
                  </a:prstGeom>
                  <a:solidFill>
                    <a:srgbClr val="A5A5A5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1" name="Oval 1040">
                    <a:extLst>
                      <a:ext uri="{FF2B5EF4-FFF2-40B4-BE49-F238E27FC236}">
                        <a16:creationId xmlns:a16="http://schemas.microsoft.com/office/drawing/2014/main" id="{757D5887-F8EB-5537-77C0-B4A85B2789C2}"/>
                      </a:ext>
                    </a:extLst>
                  </p:cNvPr>
                  <p:cNvSpPr/>
                  <p:nvPr/>
                </p:nvSpPr>
                <p:spPr>
                  <a:xfrm>
                    <a:off x="3729113" y="2925506"/>
                    <a:ext cx="182880" cy="18288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2" name="Oval 1041">
                    <a:extLst>
                      <a:ext uri="{FF2B5EF4-FFF2-40B4-BE49-F238E27FC236}">
                        <a16:creationId xmlns:a16="http://schemas.microsoft.com/office/drawing/2014/main" id="{69BFCD29-D7A9-FAF8-321A-428752A47F4A}"/>
                      </a:ext>
                    </a:extLst>
                  </p:cNvPr>
                  <p:cNvSpPr/>
                  <p:nvPr/>
                </p:nvSpPr>
                <p:spPr>
                  <a:xfrm>
                    <a:off x="3630677" y="2678055"/>
                    <a:ext cx="182880" cy="182880"/>
                  </a:xfrm>
                  <a:prstGeom prst="ellipse">
                    <a:avLst/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3" name="Oval 1042">
                    <a:extLst>
                      <a:ext uri="{FF2B5EF4-FFF2-40B4-BE49-F238E27FC236}">
                        <a16:creationId xmlns:a16="http://schemas.microsoft.com/office/drawing/2014/main" id="{99902E95-178D-0F68-C25B-94FCF49FF31F}"/>
                      </a:ext>
                    </a:extLst>
                  </p:cNvPr>
                  <p:cNvSpPr/>
                  <p:nvPr/>
                </p:nvSpPr>
                <p:spPr>
                  <a:xfrm>
                    <a:off x="3739745" y="2425000"/>
                    <a:ext cx="182880" cy="182880"/>
                  </a:xfrm>
                  <a:prstGeom prst="ellipse">
                    <a:avLst/>
                  </a:prstGeom>
                  <a:solidFill>
                    <a:srgbClr val="A5A5A5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4" name="Oval 1043">
                    <a:extLst>
                      <a:ext uri="{FF2B5EF4-FFF2-40B4-BE49-F238E27FC236}">
                        <a16:creationId xmlns:a16="http://schemas.microsoft.com/office/drawing/2014/main" id="{97B09A9A-6AE2-DB20-F7BC-AFDAD0E65E14}"/>
                      </a:ext>
                    </a:extLst>
                  </p:cNvPr>
                  <p:cNvSpPr/>
                  <p:nvPr/>
                </p:nvSpPr>
                <p:spPr>
                  <a:xfrm>
                    <a:off x="3922625" y="2586615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5" name="Oval 1044">
                    <a:extLst>
                      <a:ext uri="{FF2B5EF4-FFF2-40B4-BE49-F238E27FC236}">
                        <a16:creationId xmlns:a16="http://schemas.microsoft.com/office/drawing/2014/main" id="{130BA31B-E8C8-7B1A-7FAC-0750D156328E}"/>
                      </a:ext>
                    </a:extLst>
                  </p:cNvPr>
                  <p:cNvSpPr/>
                  <p:nvPr/>
                </p:nvSpPr>
                <p:spPr>
                  <a:xfrm>
                    <a:off x="4174971" y="2516440"/>
                    <a:ext cx="182880" cy="182880"/>
                  </a:xfrm>
                  <a:prstGeom prst="ellipse">
                    <a:avLst/>
                  </a:prstGeom>
                  <a:solidFill>
                    <a:srgbClr val="E3F1D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6" name="Oval 1045">
                    <a:extLst>
                      <a:ext uri="{FF2B5EF4-FFF2-40B4-BE49-F238E27FC236}">
                        <a16:creationId xmlns:a16="http://schemas.microsoft.com/office/drawing/2014/main" id="{63775AD4-1432-A6F7-E5F7-870E2B482D8B}"/>
                      </a:ext>
                    </a:extLst>
                  </p:cNvPr>
                  <p:cNvSpPr/>
                  <p:nvPr/>
                </p:nvSpPr>
                <p:spPr>
                  <a:xfrm>
                    <a:off x="4089557" y="2779553"/>
                    <a:ext cx="182880" cy="182880"/>
                  </a:xfrm>
                  <a:prstGeom prst="ellipse">
                    <a:avLst/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7" name="Oval 1046">
                    <a:extLst>
                      <a:ext uri="{FF2B5EF4-FFF2-40B4-BE49-F238E27FC236}">
                        <a16:creationId xmlns:a16="http://schemas.microsoft.com/office/drawing/2014/main" id="{5E0D2A88-F4D9-4333-2F41-151CB022B660}"/>
                      </a:ext>
                    </a:extLst>
                  </p:cNvPr>
                  <p:cNvSpPr/>
                  <p:nvPr/>
                </p:nvSpPr>
                <p:spPr>
                  <a:xfrm>
                    <a:off x="4003433" y="3016084"/>
                    <a:ext cx="182880" cy="182880"/>
                  </a:xfrm>
                  <a:prstGeom prst="ellipse">
                    <a:avLst/>
                  </a:prstGeom>
                  <a:solidFill>
                    <a:srgbClr val="A5A5A5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033" name="Rectangle 1032">
                  <a:extLst>
                    <a:ext uri="{FF2B5EF4-FFF2-40B4-BE49-F238E27FC236}">
                      <a16:creationId xmlns:a16="http://schemas.microsoft.com/office/drawing/2014/main" id="{E0F8FD74-C37F-554C-B479-7F34616CB285}"/>
                    </a:ext>
                  </a:extLst>
                </p:cNvPr>
                <p:cNvSpPr/>
                <p:nvPr/>
              </p:nvSpPr>
              <p:spPr>
                <a:xfrm>
                  <a:off x="2274435" y="2736549"/>
                  <a:ext cx="148856" cy="554531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009900"/>
                    </a:gs>
                    <a:gs pos="50000">
                      <a:srgbClr val="92D050"/>
                    </a:gs>
                    <a:gs pos="100000">
                      <a:srgbClr val="A5A5A5"/>
                    </a:gs>
                  </a:gsLst>
                  <a:lin ang="5400000" scaled="1"/>
                  <a:tileRect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4" name="TextBox 1033">
                  <a:extLst>
                    <a:ext uri="{FF2B5EF4-FFF2-40B4-BE49-F238E27FC236}">
                      <a16:creationId xmlns:a16="http://schemas.microsoft.com/office/drawing/2014/main" id="{C948E947-7183-AFF7-A173-AFA0F9492B0A}"/>
                    </a:ext>
                  </a:extLst>
                </p:cNvPr>
                <p:cNvSpPr txBox="1"/>
                <p:nvPr/>
              </p:nvSpPr>
              <p:spPr>
                <a:xfrm>
                  <a:off x="2296281" y="2357334"/>
                  <a:ext cx="826368" cy="5277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↑$$</a:t>
                  </a:r>
                </a:p>
              </p:txBody>
            </p:sp>
            <p:sp>
              <p:nvSpPr>
                <p:cNvPr id="1035" name="TextBox 1034">
                  <a:extLst>
                    <a:ext uri="{FF2B5EF4-FFF2-40B4-BE49-F238E27FC236}">
                      <a16:creationId xmlns:a16="http://schemas.microsoft.com/office/drawing/2014/main" id="{09791ACE-45DF-B884-798D-F538C58905A5}"/>
                    </a:ext>
                  </a:extLst>
                </p:cNvPr>
                <p:cNvSpPr txBox="1"/>
                <p:nvPr/>
              </p:nvSpPr>
              <p:spPr>
                <a:xfrm>
                  <a:off x="2289546" y="3113728"/>
                  <a:ext cx="846264" cy="5442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↓$$</a:t>
                  </a:r>
                  <a:endParaRPr lang="en-US" sz="1400" b="1" dirty="0"/>
                </a:p>
              </p:txBody>
            </p:sp>
          </p:grpSp>
        </p:grpSp>
        <p:grpSp>
          <p:nvGrpSpPr>
            <p:cNvPr id="3127" name="Group 3126">
              <a:extLst>
                <a:ext uri="{FF2B5EF4-FFF2-40B4-BE49-F238E27FC236}">
                  <a16:creationId xmlns:a16="http://schemas.microsoft.com/office/drawing/2014/main" id="{10F6FBAF-DA15-F516-DD18-119689ABC696}"/>
                </a:ext>
              </a:extLst>
            </p:cNvPr>
            <p:cNvGrpSpPr/>
            <p:nvPr/>
          </p:nvGrpSpPr>
          <p:grpSpPr>
            <a:xfrm>
              <a:off x="6801754" y="2748147"/>
              <a:ext cx="1033750" cy="820961"/>
              <a:chOff x="6687050" y="2748147"/>
              <a:chExt cx="1033750" cy="820961"/>
            </a:xfrm>
          </p:grpSpPr>
          <p:sp>
            <p:nvSpPr>
              <p:cNvPr id="3126" name="Rectangle 3125">
                <a:extLst>
                  <a:ext uri="{FF2B5EF4-FFF2-40B4-BE49-F238E27FC236}">
                    <a16:creationId xmlns:a16="http://schemas.microsoft.com/office/drawing/2014/main" id="{07E39CC4-8DD8-E9F5-828B-10AF39513AFE}"/>
                  </a:ext>
                </a:extLst>
              </p:cNvPr>
              <p:cNvSpPr/>
              <p:nvPr/>
            </p:nvSpPr>
            <p:spPr>
              <a:xfrm>
                <a:off x="6708330" y="2748147"/>
                <a:ext cx="960120" cy="820961"/>
              </a:xfrm>
              <a:prstGeom prst="rect">
                <a:avLst/>
              </a:prstGeom>
              <a:solidFill>
                <a:srgbClr val="818105">
                  <a:alpha val="14902"/>
                </a:srgbClr>
              </a:solidFill>
              <a:ln w="28575">
                <a:solidFill>
                  <a:srgbClr val="81810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1048" name="Group 1047">
                <a:extLst>
                  <a:ext uri="{FF2B5EF4-FFF2-40B4-BE49-F238E27FC236}">
                    <a16:creationId xmlns:a16="http://schemas.microsoft.com/office/drawing/2014/main" id="{21BF9C25-1BCE-91A6-1731-FDB8643191F9}"/>
                  </a:ext>
                </a:extLst>
              </p:cNvPr>
              <p:cNvGrpSpPr/>
              <p:nvPr/>
            </p:nvGrpSpPr>
            <p:grpSpPr>
              <a:xfrm>
                <a:off x="6687050" y="3075844"/>
                <a:ext cx="1033750" cy="330805"/>
                <a:chOff x="1208435" y="3641042"/>
                <a:chExt cx="1865656" cy="627798"/>
              </a:xfrm>
            </p:grpSpPr>
            <p:grpSp>
              <p:nvGrpSpPr>
                <p:cNvPr id="1049" name="Group 1048">
                  <a:extLst>
                    <a:ext uri="{FF2B5EF4-FFF2-40B4-BE49-F238E27FC236}">
                      <a16:creationId xmlns:a16="http://schemas.microsoft.com/office/drawing/2014/main" id="{C40E6A2E-893F-8F4D-D207-D0186E426097}"/>
                    </a:ext>
                  </a:extLst>
                </p:cNvPr>
                <p:cNvGrpSpPr/>
                <p:nvPr/>
              </p:nvGrpSpPr>
              <p:grpSpPr>
                <a:xfrm>
                  <a:off x="1464423" y="3725256"/>
                  <a:ext cx="1259424" cy="543584"/>
                  <a:chOff x="2348863" y="1329056"/>
                  <a:chExt cx="1259424" cy="543584"/>
                </a:xfrm>
              </p:grpSpPr>
              <p:sp>
                <p:nvSpPr>
                  <p:cNvPr id="1052" name="Oval 1051">
                    <a:extLst>
                      <a:ext uri="{FF2B5EF4-FFF2-40B4-BE49-F238E27FC236}">
                        <a16:creationId xmlns:a16="http://schemas.microsoft.com/office/drawing/2014/main" id="{6FE19F3D-3655-68A1-2D80-4525D31D7CAD}"/>
                      </a:ext>
                    </a:extLst>
                  </p:cNvPr>
                  <p:cNvSpPr/>
                  <p:nvPr/>
                </p:nvSpPr>
                <p:spPr>
                  <a:xfrm>
                    <a:off x="3195409" y="1689759"/>
                    <a:ext cx="182880" cy="182881"/>
                  </a:xfrm>
                  <a:prstGeom prst="ellipse">
                    <a:avLst/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53" name="Oval 1052">
                    <a:extLst>
                      <a:ext uri="{FF2B5EF4-FFF2-40B4-BE49-F238E27FC236}">
                        <a16:creationId xmlns:a16="http://schemas.microsoft.com/office/drawing/2014/main" id="{4C7847DA-382D-49D0-7399-4270057CB7D3}"/>
                      </a:ext>
                    </a:extLst>
                  </p:cNvPr>
                  <p:cNvSpPr/>
                  <p:nvPr/>
                </p:nvSpPr>
                <p:spPr>
                  <a:xfrm>
                    <a:off x="2348863" y="1689760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4" name="Oval 1053">
                    <a:extLst>
                      <a:ext uri="{FF2B5EF4-FFF2-40B4-BE49-F238E27FC236}">
                        <a16:creationId xmlns:a16="http://schemas.microsoft.com/office/drawing/2014/main" id="{71C863D6-F17F-1AE5-B283-F8945D216F90}"/>
                      </a:ext>
                    </a:extLst>
                  </p:cNvPr>
                  <p:cNvSpPr/>
                  <p:nvPr/>
                </p:nvSpPr>
                <p:spPr>
                  <a:xfrm>
                    <a:off x="2572393" y="1689760"/>
                    <a:ext cx="182880" cy="18288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5" name="Oval 1054">
                    <a:extLst>
                      <a:ext uri="{FF2B5EF4-FFF2-40B4-BE49-F238E27FC236}">
                        <a16:creationId xmlns:a16="http://schemas.microsoft.com/office/drawing/2014/main" id="{6C28254B-FFA1-AE48-5923-215480B77288}"/>
                      </a:ext>
                    </a:extLst>
                  </p:cNvPr>
                  <p:cNvSpPr/>
                  <p:nvPr/>
                </p:nvSpPr>
                <p:spPr>
                  <a:xfrm>
                    <a:off x="3425407" y="1689759"/>
                    <a:ext cx="182880" cy="182881"/>
                  </a:xfrm>
                  <a:prstGeom prst="ellipse">
                    <a:avLst/>
                  </a:prstGeom>
                  <a:solidFill>
                    <a:srgbClr val="A5A5A5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E748AD0E-90AF-221F-D199-EBAC48106053}"/>
                      </a:ext>
                    </a:extLst>
                  </p:cNvPr>
                  <p:cNvSpPr txBox="1"/>
                  <p:nvPr/>
                </p:nvSpPr>
                <p:spPr>
                  <a:xfrm>
                    <a:off x="2660070" y="1329056"/>
                    <a:ext cx="38183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…</a:t>
                    </a:r>
                  </a:p>
                </p:txBody>
              </p:sp>
            </p:grpSp>
            <p:sp>
              <p:nvSpPr>
                <p:cNvPr id="1050" name="TextBox 1049">
                  <a:extLst>
                    <a:ext uri="{FF2B5EF4-FFF2-40B4-BE49-F238E27FC236}">
                      <a16:creationId xmlns:a16="http://schemas.microsoft.com/office/drawing/2014/main" id="{F73BC232-8FA8-DAEB-74E5-E509F39F05AB}"/>
                    </a:ext>
                  </a:extLst>
                </p:cNvPr>
                <p:cNvSpPr txBox="1"/>
                <p:nvPr/>
              </p:nvSpPr>
              <p:spPr>
                <a:xfrm>
                  <a:off x="1208435" y="3653404"/>
                  <a:ext cx="872649" cy="5256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Best</a:t>
                  </a:r>
                </a:p>
              </p:txBody>
            </p:sp>
            <p:sp>
              <p:nvSpPr>
                <p:cNvPr id="1051" name="TextBox 1050">
                  <a:extLst>
                    <a:ext uri="{FF2B5EF4-FFF2-40B4-BE49-F238E27FC236}">
                      <a16:creationId xmlns:a16="http://schemas.microsoft.com/office/drawing/2014/main" id="{247D1AE3-1633-28C6-1EFD-E6DC3A2007D1}"/>
                    </a:ext>
                  </a:extLst>
                </p:cNvPr>
                <p:cNvSpPr txBox="1"/>
                <p:nvPr/>
              </p:nvSpPr>
              <p:spPr>
                <a:xfrm>
                  <a:off x="2031681" y="3641042"/>
                  <a:ext cx="1042410" cy="5256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Worst</a:t>
                  </a:r>
                </a:p>
              </p:txBody>
            </p:sp>
          </p:grpSp>
          <p:sp>
            <p:nvSpPr>
              <p:cNvPr id="3101" name="TextBox 3100">
                <a:extLst>
                  <a:ext uri="{FF2B5EF4-FFF2-40B4-BE49-F238E27FC236}">
                    <a16:creationId xmlns:a16="http://schemas.microsoft.com/office/drawing/2014/main" id="{5403F0A9-939E-16B7-C0BE-FDBFBF7A5413}"/>
                  </a:ext>
                </a:extLst>
              </p:cNvPr>
              <p:cNvSpPr txBox="1"/>
              <p:nvPr/>
            </p:nvSpPr>
            <p:spPr>
              <a:xfrm>
                <a:off x="6918284" y="2781516"/>
                <a:ext cx="5402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rgbClr val="818105"/>
                    </a:solidFill>
                  </a:rPr>
                  <a:t>Rank</a:t>
                </a:r>
              </a:p>
            </p:txBody>
          </p:sp>
        </p:grpSp>
        <p:grpSp>
          <p:nvGrpSpPr>
            <p:cNvPr id="3129" name="Group 3128">
              <a:extLst>
                <a:ext uri="{FF2B5EF4-FFF2-40B4-BE49-F238E27FC236}">
                  <a16:creationId xmlns:a16="http://schemas.microsoft.com/office/drawing/2014/main" id="{4E0E5A79-CDB4-2CB6-06B4-EE9D735207AE}"/>
                </a:ext>
              </a:extLst>
            </p:cNvPr>
            <p:cNvGrpSpPr/>
            <p:nvPr/>
          </p:nvGrpSpPr>
          <p:grpSpPr>
            <a:xfrm>
              <a:off x="6071793" y="3965653"/>
              <a:ext cx="1386703" cy="769879"/>
              <a:chOff x="6071793" y="3813248"/>
              <a:chExt cx="1386703" cy="769879"/>
            </a:xfrm>
          </p:grpSpPr>
          <p:sp>
            <p:nvSpPr>
              <p:cNvPr id="3128" name="Rectangle 3127">
                <a:extLst>
                  <a:ext uri="{FF2B5EF4-FFF2-40B4-BE49-F238E27FC236}">
                    <a16:creationId xmlns:a16="http://schemas.microsoft.com/office/drawing/2014/main" id="{E13A5026-C172-A848-3DE5-9F6BB93398FF}"/>
                  </a:ext>
                </a:extLst>
              </p:cNvPr>
              <p:cNvSpPr/>
              <p:nvPr/>
            </p:nvSpPr>
            <p:spPr>
              <a:xfrm>
                <a:off x="6104256" y="3813248"/>
                <a:ext cx="1354240" cy="769879"/>
              </a:xfrm>
              <a:prstGeom prst="rect">
                <a:avLst/>
              </a:prstGeom>
              <a:solidFill>
                <a:srgbClr val="818105">
                  <a:alpha val="14902"/>
                </a:srgbClr>
              </a:solidFill>
              <a:ln w="28575">
                <a:solidFill>
                  <a:srgbClr val="81810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1057" name="Group 1056">
                <a:extLst>
                  <a:ext uri="{FF2B5EF4-FFF2-40B4-BE49-F238E27FC236}">
                    <a16:creationId xmlns:a16="http://schemas.microsoft.com/office/drawing/2014/main" id="{BA5E53EE-7D16-7E1C-D530-F71D56B4787A}"/>
                  </a:ext>
                </a:extLst>
              </p:cNvPr>
              <p:cNvGrpSpPr/>
              <p:nvPr/>
            </p:nvGrpSpPr>
            <p:grpSpPr>
              <a:xfrm>
                <a:off x="6071793" y="4036457"/>
                <a:ext cx="1261258" cy="530710"/>
                <a:chOff x="209781" y="5012010"/>
                <a:chExt cx="2371487" cy="1036579"/>
              </a:xfrm>
            </p:grpSpPr>
            <p:grpSp>
              <p:nvGrpSpPr>
                <p:cNvPr id="1058" name="Group 1057">
                  <a:extLst>
                    <a:ext uri="{FF2B5EF4-FFF2-40B4-BE49-F238E27FC236}">
                      <a16:creationId xmlns:a16="http://schemas.microsoft.com/office/drawing/2014/main" id="{303BE3A8-3711-8450-3BD8-888FEE8A7AC2}"/>
                    </a:ext>
                  </a:extLst>
                </p:cNvPr>
                <p:cNvGrpSpPr/>
                <p:nvPr/>
              </p:nvGrpSpPr>
              <p:grpSpPr>
                <a:xfrm>
                  <a:off x="1342018" y="5124247"/>
                  <a:ext cx="1239250" cy="814276"/>
                  <a:chOff x="4237731" y="1212385"/>
                  <a:chExt cx="1239250" cy="814276"/>
                </a:xfrm>
              </p:grpSpPr>
              <p:sp>
                <p:nvSpPr>
                  <p:cNvPr id="1061" name="Oval 1060">
                    <a:extLst>
                      <a:ext uri="{FF2B5EF4-FFF2-40B4-BE49-F238E27FC236}">
                        <a16:creationId xmlns:a16="http://schemas.microsoft.com/office/drawing/2014/main" id="{276D443B-E712-393B-8F3C-0137E3096E6E}"/>
                      </a:ext>
                    </a:extLst>
                  </p:cNvPr>
                  <p:cNvSpPr/>
                  <p:nvPr/>
                </p:nvSpPr>
                <p:spPr>
                  <a:xfrm>
                    <a:off x="4302825" y="1267480"/>
                    <a:ext cx="182880" cy="182880"/>
                  </a:xfrm>
                  <a:prstGeom prst="ellipse">
                    <a:avLst/>
                  </a:prstGeom>
                  <a:solidFill>
                    <a:srgbClr val="95B17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2" name="Oval 1061">
                    <a:extLst>
                      <a:ext uri="{FF2B5EF4-FFF2-40B4-BE49-F238E27FC236}">
                        <a16:creationId xmlns:a16="http://schemas.microsoft.com/office/drawing/2014/main" id="{1C7A8797-1950-B60E-C3D2-FD8D23B1BD9A}"/>
                      </a:ext>
                    </a:extLst>
                  </p:cNvPr>
                  <p:cNvSpPr/>
                  <p:nvPr/>
                </p:nvSpPr>
                <p:spPr>
                  <a:xfrm>
                    <a:off x="4537611" y="1267480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3" name="Oval 1062">
                    <a:extLst>
                      <a:ext uri="{FF2B5EF4-FFF2-40B4-BE49-F238E27FC236}">
                        <a16:creationId xmlns:a16="http://schemas.microsoft.com/office/drawing/2014/main" id="{87C1A834-AC27-0D1D-D6E7-7D2D94E069D8}"/>
                      </a:ext>
                    </a:extLst>
                  </p:cNvPr>
                  <p:cNvSpPr/>
                  <p:nvPr/>
                </p:nvSpPr>
                <p:spPr>
                  <a:xfrm>
                    <a:off x="5232732" y="1267480"/>
                    <a:ext cx="182880" cy="18288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4" name="Oval 1063">
                    <a:extLst>
                      <a:ext uri="{FF2B5EF4-FFF2-40B4-BE49-F238E27FC236}">
                        <a16:creationId xmlns:a16="http://schemas.microsoft.com/office/drawing/2014/main" id="{311C35D6-4FA3-6CAF-C16B-B0B250BF4650}"/>
                      </a:ext>
                    </a:extLst>
                  </p:cNvPr>
                  <p:cNvSpPr/>
                  <p:nvPr/>
                </p:nvSpPr>
                <p:spPr>
                  <a:xfrm>
                    <a:off x="4997946" y="1267480"/>
                    <a:ext cx="182880" cy="182880"/>
                  </a:xfrm>
                  <a:prstGeom prst="ellipse">
                    <a:avLst/>
                  </a:prstGeom>
                  <a:solidFill>
                    <a:srgbClr val="0099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1065" name="Group 1064">
                    <a:extLst>
                      <a:ext uri="{FF2B5EF4-FFF2-40B4-BE49-F238E27FC236}">
                        <a16:creationId xmlns:a16="http://schemas.microsoft.com/office/drawing/2014/main" id="{B74F0B83-6426-492A-4687-F10D4F076687}"/>
                      </a:ext>
                    </a:extLst>
                  </p:cNvPr>
                  <p:cNvGrpSpPr/>
                  <p:nvPr/>
                </p:nvGrpSpPr>
                <p:grpSpPr>
                  <a:xfrm>
                    <a:off x="4537611" y="1784425"/>
                    <a:ext cx="182880" cy="182923"/>
                    <a:chOff x="5609303" y="2447573"/>
                    <a:chExt cx="182880" cy="182923"/>
                  </a:xfrm>
                </p:grpSpPr>
                <p:sp>
                  <p:nvSpPr>
                    <p:cNvPr id="1081" name="Oval 1080">
                      <a:extLst>
                        <a:ext uri="{FF2B5EF4-FFF2-40B4-BE49-F238E27FC236}">
                          <a16:creationId xmlns:a16="http://schemas.microsoft.com/office/drawing/2014/main" id="{B566D647-6A0C-C353-75DC-33D6FEA0AD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09303" y="2447616"/>
                      <a:ext cx="182880" cy="182880"/>
                    </a:xfrm>
                    <a:prstGeom prst="ellipse">
                      <a:avLst/>
                    </a:prstGeom>
                    <a:solidFill>
                      <a:srgbClr val="95B176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82" name="Pie 1081">
                      <a:extLst>
                        <a:ext uri="{FF2B5EF4-FFF2-40B4-BE49-F238E27FC236}">
                          <a16:creationId xmlns:a16="http://schemas.microsoft.com/office/drawing/2014/main" id="{A68DF2D7-6498-C94B-235F-04977E118B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09303" y="2447573"/>
                      <a:ext cx="182880" cy="182880"/>
                    </a:xfrm>
                    <a:prstGeom prst="pie">
                      <a:avLst>
                        <a:gd name="adj1" fmla="val 2847946"/>
                        <a:gd name="adj2" fmla="val 13720470"/>
                      </a:avLst>
                    </a:prstGeom>
                    <a:solidFill>
                      <a:srgbClr val="0099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F8725308-2B48-48F3-50FB-48955F81F5AD}"/>
                      </a:ext>
                    </a:extLst>
                  </p:cNvPr>
                  <p:cNvGrpSpPr/>
                  <p:nvPr/>
                </p:nvGrpSpPr>
                <p:grpSpPr>
                  <a:xfrm>
                    <a:off x="4298398" y="1785898"/>
                    <a:ext cx="187307" cy="191250"/>
                    <a:chOff x="5540016" y="2694679"/>
                    <a:chExt cx="187307" cy="191250"/>
                  </a:xfrm>
                </p:grpSpPr>
                <p:sp>
                  <p:nvSpPr>
                    <p:cNvPr id="1079" name="Oval 1078">
                      <a:extLst>
                        <a:ext uri="{FF2B5EF4-FFF2-40B4-BE49-F238E27FC236}">
                          <a16:creationId xmlns:a16="http://schemas.microsoft.com/office/drawing/2014/main" id="{B3938570-BCE4-CE4F-8B31-E4C07D79DD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44443" y="2694679"/>
                      <a:ext cx="182880" cy="182880"/>
                    </a:xfrm>
                    <a:prstGeom prst="ellipse">
                      <a:avLst/>
                    </a:prstGeom>
                    <a:solidFill>
                      <a:srgbClr val="0099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80" name="Pie 1079">
                      <a:extLst>
                        <a:ext uri="{FF2B5EF4-FFF2-40B4-BE49-F238E27FC236}">
                          <a16:creationId xmlns:a16="http://schemas.microsoft.com/office/drawing/2014/main" id="{3F08CA09-2E1C-5354-1F82-F85C96C0F3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40016" y="2703049"/>
                      <a:ext cx="182880" cy="182880"/>
                    </a:xfrm>
                    <a:prstGeom prst="pie">
                      <a:avLst>
                        <a:gd name="adj1" fmla="val 2847946"/>
                        <a:gd name="adj2" fmla="val 13720470"/>
                      </a:avLst>
                    </a:prstGeom>
                    <a:solidFill>
                      <a:srgbClr val="95B176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067" name="Group 1066">
                    <a:extLst>
                      <a:ext uri="{FF2B5EF4-FFF2-40B4-BE49-F238E27FC236}">
                        <a16:creationId xmlns:a16="http://schemas.microsoft.com/office/drawing/2014/main" id="{E6B74861-3FC0-2812-0120-7239B392EB68}"/>
                      </a:ext>
                    </a:extLst>
                  </p:cNvPr>
                  <p:cNvGrpSpPr/>
                  <p:nvPr/>
                </p:nvGrpSpPr>
                <p:grpSpPr>
                  <a:xfrm>
                    <a:off x="5230676" y="1790412"/>
                    <a:ext cx="184936" cy="184708"/>
                    <a:chOff x="6103787" y="2596095"/>
                    <a:chExt cx="184936" cy="184708"/>
                  </a:xfrm>
                </p:grpSpPr>
                <p:sp>
                  <p:nvSpPr>
                    <p:cNvPr id="1077" name="Oval 1076">
                      <a:extLst>
                        <a:ext uri="{FF2B5EF4-FFF2-40B4-BE49-F238E27FC236}">
                          <a16:creationId xmlns:a16="http://schemas.microsoft.com/office/drawing/2014/main" id="{C6577F8D-CF31-C825-1F50-C3DCC2D49D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05843" y="2597923"/>
                      <a:ext cx="182880" cy="182880"/>
                    </a:xfrm>
                    <a:prstGeom prst="ellipse">
                      <a:avLst/>
                    </a:prstGeom>
                    <a:solidFill>
                      <a:srgbClr val="0099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78" name="Pie 1077">
                      <a:extLst>
                        <a:ext uri="{FF2B5EF4-FFF2-40B4-BE49-F238E27FC236}">
                          <a16:creationId xmlns:a16="http://schemas.microsoft.com/office/drawing/2014/main" id="{B0299213-04D6-AB12-4DFF-4B3F552609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03787" y="2596095"/>
                      <a:ext cx="182880" cy="182880"/>
                    </a:xfrm>
                    <a:prstGeom prst="pie">
                      <a:avLst>
                        <a:gd name="adj1" fmla="val 2847946"/>
                        <a:gd name="adj2" fmla="val 13720470"/>
                      </a:avLst>
                    </a:prstGeom>
                    <a:solidFill>
                      <a:srgbClr val="92D05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068" name="Group 1067">
                    <a:extLst>
                      <a:ext uri="{FF2B5EF4-FFF2-40B4-BE49-F238E27FC236}">
                        <a16:creationId xmlns:a16="http://schemas.microsoft.com/office/drawing/2014/main" id="{45924ADC-DFA5-37CC-A003-02512420AFA6}"/>
                      </a:ext>
                    </a:extLst>
                  </p:cNvPr>
                  <p:cNvGrpSpPr/>
                  <p:nvPr/>
                </p:nvGrpSpPr>
                <p:grpSpPr>
                  <a:xfrm>
                    <a:off x="4997946" y="1793125"/>
                    <a:ext cx="184238" cy="183742"/>
                    <a:chOff x="5910973" y="2935952"/>
                    <a:chExt cx="184238" cy="183742"/>
                  </a:xfrm>
                </p:grpSpPr>
                <p:sp>
                  <p:nvSpPr>
                    <p:cNvPr id="1075" name="Oval 1074">
                      <a:extLst>
                        <a:ext uri="{FF2B5EF4-FFF2-40B4-BE49-F238E27FC236}">
                          <a16:creationId xmlns:a16="http://schemas.microsoft.com/office/drawing/2014/main" id="{1E484511-E52A-216B-9F12-475D96A81F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12331" y="2936814"/>
                      <a:ext cx="182880" cy="182880"/>
                    </a:xfrm>
                    <a:prstGeom prst="ellipse">
                      <a:avLst/>
                    </a:prstGeom>
                    <a:solidFill>
                      <a:srgbClr val="92D05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76" name="Pie 1075">
                      <a:extLst>
                        <a:ext uri="{FF2B5EF4-FFF2-40B4-BE49-F238E27FC236}">
                          <a16:creationId xmlns:a16="http://schemas.microsoft.com/office/drawing/2014/main" id="{08CA778B-46C3-0963-6824-E7E37E1BCF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10973" y="2935952"/>
                      <a:ext cx="182880" cy="182880"/>
                    </a:xfrm>
                    <a:prstGeom prst="pie">
                      <a:avLst>
                        <a:gd name="adj1" fmla="val 2847946"/>
                        <a:gd name="adj2" fmla="val 13720470"/>
                      </a:avLst>
                    </a:prstGeom>
                    <a:solidFill>
                      <a:srgbClr val="0099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069" name="Rectangle 1068">
                    <a:extLst>
                      <a:ext uri="{FF2B5EF4-FFF2-40B4-BE49-F238E27FC236}">
                        <a16:creationId xmlns:a16="http://schemas.microsoft.com/office/drawing/2014/main" id="{2803D4D3-036B-2DEB-F153-525493AAE702}"/>
                      </a:ext>
                    </a:extLst>
                  </p:cNvPr>
                  <p:cNvSpPr/>
                  <p:nvPr/>
                </p:nvSpPr>
                <p:spPr>
                  <a:xfrm>
                    <a:off x="4237731" y="1212385"/>
                    <a:ext cx="553580" cy="29307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70" name="Rectangle 1069">
                    <a:extLst>
                      <a:ext uri="{FF2B5EF4-FFF2-40B4-BE49-F238E27FC236}">
                        <a16:creationId xmlns:a16="http://schemas.microsoft.com/office/drawing/2014/main" id="{83863957-C19A-5141-765D-B8909A0886E7}"/>
                      </a:ext>
                    </a:extLst>
                  </p:cNvPr>
                  <p:cNvSpPr/>
                  <p:nvPr/>
                </p:nvSpPr>
                <p:spPr>
                  <a:xfrm>
                    <a:off x="4237731" y="1733591"/>
                    <a:ext cx="553580" cy="29307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1" name="Rectangle 1070">
                    <a:extLst>
                      <a:ext uri="{FF2B5EF4-FFF2-40B4-BE49-F238E27FC236}">
                        <a16:creationId xmlns:a16="http://schemas.microsoft.com/office/drawing/2014/main" id="{56944B57-EA1D-7BF8-AA88-677AEDB47124}"/>
                      </a:ext>
                    </a:extLst>
                  </p:cNvPr>
                  <p:cNvSpPr/>
                  <p:nvPr/>
                </p:nvSpPr>
                <p:spPr>
                  <a:xfrm>
                    <a:off x="4923401" y="1212385"/>
                    <a:ext cx="553580" cy="29307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2" name="Rectangle 1071">
                    <a:extLst>
                      <a:ext uri="{FF2B5EF4-FFF2-40B4-BE49-F238E27FC236}">
                        <a16:creationId xmlns:a16="http://schemas.microsoft.com/office/drawing/2014/main" id="{D2DB6A90-7787-FD87-EF63-72A36195C8C1}"/>
                      </a:ext>
                    </a:extLst>
                  </p:cNvPr>
                  <p:cNvSpPr/>
                  <p:nvPr/>
                </p:nvSpPr>
                <p:spPr>
                  <a:xfrm>
                    <a:off x="4923401" y="1733591"/>
                    <a:ext cx="553580" cy="29307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73" name="Straight Arrow Connector 1072">
                    <a:extLst>
                      <a:ext uri="{FF2B5EF4-FFF2-40B4-BE49-F238E27FC236}">
                        <a16:creationId xmlns:a16="http://schemas.microsoft.com/office/drawing/2014/main" id="{97EA0820-30BD-135B-2F5C-EEE5679B0FE6}"/>
                      </a:ext>
                    </a:extLst>
                  </p:cNvPr>
                  <p:cNvCxnSpPr>
                    <a:cxnSpLocks/>
                    <a:stCxn id="1069" idx="2"/>
                    <a:endCxn id="1070" idx="0"/>
                  </p:cNvCxnSpPr>
                  <p:nvPr/>
                </p:nvCxnSpPr>
                <p:spPr>
                  <a:xfrm>
                    <a:off x="4514521" y="1505455"/>
                    <a:ext cx="0" cy="22813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74" name="Straight Arrow Connector 1073">
                    <a:extLst>
                      <a:ext uri="{FF2B5EF4-FFF2-40B4-BE49-F238E27FC236}">
                        <a16:creationId xmlns:a16="http://schemas.microsoft.com/office/drawing/2014/main" id="{7C53EC10-2D5F-5AD8-8270-DE9EB52B3A6B}"/>
                      </a:ext>
                    </a:extLst>
                  </p:cNvPr>
                  <p:cNvCxnSpPr>
                    <a:cxnSpLocks/>
                    <a:stCxn id="1071" idx="2"/>
                    <a:endCxn id="1072" idx="0"/>
                  </p:cNvCxnSpPr>
                  <p:nvPr/>
                </p:nvCxnSpPr>
                <p:spPr>
                  <a:xfrm>
                    <a:off x="5200191" y="1505455"/>
                    <a:ext cx="0" cy="22813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059" name="TextBox 1058">
                  <a:extLst>
                    <a:ext uri="{FF2B5EF4-FFF2-40B4-BE49-F238E27FC236}">
                      <a16:creationId xmlns:a16="http://schemas.microsoft.com/office/drawing/2014/main" id="{5B8E1E50-1A0B-FF01-1678-35EC3AA5ABE1}"/>
                    </a:ext>
                  </a:extLst>
                </p:cNvPr>
                <p:cNvSpPr txBox="1"/>
                <p:nvPr/>
              </p:nvSpPr>
              <p:spPr>
                <a:xfrm>
                  <a:off x="300203" y="5012010"/>
                  <a:ext cx="1151972" cy="4809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/>
                    <a:t>Parents</a:t>
                  </a:r>
                </a:p>
              </p:txBody>
            </p:sp>
            <p:sp>
              <p:nvSpPr>
                <p:cNvPr id="1060" name="TextBox 1059">
                  <a:extLst>
                    <a:ext uri="{FF2B5EF4-FFF2-40B4-BE49-F238E27FC236}">
                      <a16:creationId xmlns:a16="http://schemas.microsoft.com/office/drawing/2014/main" id="{7C6688A7-6777-342B-02C6-08DF2E2D5979}"/>
                    </a:ext>
                  </a:extLst>
                </p:cNvPr>
                <p:cNvSpPr txBox="1"/>
                <p:nvPr/>
              </p:nvSpPr>
              <p:spPr>
                <a:xfrm>
                  <a:off x="209781" y="5567672"/>
                  <a:ext cx="1242394" cy="4809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/>
                    <a:t>Children</a:t>
                  </a:r>
                </a:p>
              </p:txBody>
            </p:sp>
          </p:grpSp>
          <p:sp>
            <p:nvSpPr>
              <p:cNvPr id="3102" name="TextBox 3101">
                <a:extLst>
                  <a:ext uri="{FF2B5EF4-FFF2-40B4-BE49-F238E27FC236}">
                    <a16:creationId xmlns:a16="http://schemas.microsoft.com/office/drawing/2014/main" id="{675E7578-8A5E-6CC1-642E-A0DE9A0AFEDF}"/>
                  </a:ext>
                </a:extLst>
              </p:cNvPr>
              <p:cNvSpPr txBox="1"/>
              <p:nvPr/>
            </p:nvSpPr>
            <p:spPr>
              <a:xfrm>
                <a:off x="6514380" y="3833106"/>
                <a:ext cx="5339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rgbClr val="818105"/>
                    </a:solidFill>
                  </a:rPr>
                  <a:t>Mate</a:t>
                </a:r>
              </a:p>
            </p:txBody>
          </p:sp>
        </p:grpSp>
        <p:cxnSp>
          <p:nvCxnSpPr>
            <p:cNvPr id="3132" name="Straight Arrow Connector 3131">
              <a:extLst>
                <a:ext uri="{FF2B5EF4-FFF2-40B4-BE49-F238E27FC236}">
                  <a16:creationId xmlns:a16="http://schemas.microsoft.com/office/drawing/2014/main" id="{A844F958-8DDE-B07F-90FC-852D723C4AFD}"/>
                </a:ext>
              </a:extLst>
            </p:cNvPr>
            <p:cNvCxnSpPr>
              <a:cxnSpLocks/>
              <a:stCxn id="3104" idx="3"/>
              <a:endCxn id="3109" idx="1"/>
            </p:cNvCxnSpPr>
            <p:nvPr/>
          </p:nvCxnSpPr>
          <p:spPr>
            <a:xfrm>
              <a:off x="5204423" y="3158628"/>
              <a:ext cx="202198" cy="0"/>
            </a:xfrm>
            <a:prstGeom prst="straightConnector1">
              <a:avLst/>
            </a:prstGeom>
            <a:ln>
              <a:solidFill>
                <a:srgbClr val="81810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6" name="Straight Arrow Connector 3135">
              <a:extLst>
                <a:ext uri="{FF2B5EF4-FFF2-40B4-BE49-F238E27FC236}">
                  <a16:creationId xmlns:a16="http://schemas.microsoft.com/office/drawing/2014/main" id="{C33058EB-A7CD-67C8-B86D-FCB1C937D0E1}"/>
                </a:ext>
              </a:extLst>
            </p:cNvPr>
            <p:cNvCxnSpPr>
              <a:cxnSpLocks/>
              <a:stCxn id="3109" idx="3"/>
              <a:endCxn id="3126" idx="1"/>
            </p:cNvCxnSpPr>
            <p:nvPr/>
          </p:nvCxnSpPr>
          <p:spPr>
            <a:xfrm>
              <a:off x="6627770" y="3158628"/>
              <a:ext cx="195264" cy="0"/>
            </a:xfrm>
            <a:prstGeom prst="straightConnector1">
              <a:avLst/>
            </a:prstGeom>
            <a:ln>
              <a:solidFill>
                <a:srgbClr val="81810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9" name="Straight Arrow Connector 3138">
              <a:extLst>
                <a:ext uri="{FF2B5EF4-FFF2-40B4-BE49-F238E27FC236}">
                  <a16:creationId xmlns:a16="http://schemas.microsoft.com/office/drawing/2014/main" id="{A3C021D4-8BE1-8234-3B78-656F6370C72D}"/>
                </a:ext>
              </a:extLst>
            </p:cNvPr>
            <p:cNvCxnSpPr>
              <a:cxnSpLocks/>
              <a:stCxn id="3128" idx="1"/>
              <a:endCxn id="3107" idx="3"/>
            </p:cNvCxnSpPr>
            <p:nvPr/>
          </p:nvCxnSpPr>
          <p:spPr>
            <a:xfrm flipH="1">
              <a:off x="5906085" y="4350593"/>
              <a:ext cx="198171" cy="1"/>
            </a:xfrm>
            <a:prstGeom prst="straightConnector1">
              <a:avLst/>
            </a:prstGeom>
            <a:ln>
              <a:solidFill>
                <a:srgbClr val="81810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5" name="Elbow Connector 3144">
              <a:extLst>
                <a:ext uri="{FF2B5EF4-FFF2-40B4-BE49-F238E27FC236}">
                  <a16:creationId xmlns:a16="http://schemas.microsoft.com/office/drawing/2014/main" id="{CA61E730-82D7-5121-53EF-7569A1397C57}"/>
                </a:ext>
              </a:extLst>
            </p:cNvPr>
            <p:cNvCxnSpPr>
              <a:cxnSpLocks/>
              <a:stCxn id="3126" idx="2"/>
              <a:endCxn id="3128" idx="3"/>
            </p:cNvCxnSpPr>
            <p:nvPr/>
          </p:nvCxnSpPr>
          <p:spPr>
            <a:xfrm rot="16200000" flipH="1">
              <a:off x="6990053" y="3882149"/>
              <a:ext cx="781485" cy="155402"/>
            </a:xfrm>
            <a:prstGeom prst="bentConnector4">
              <a:avLst>
                <a:gd name="adj1" fmla="val 25371"/>
                <a:gd name="adj2" fmla="val 308915"/>
              </a:avLst>
            </a:prstGeom>
            <a:ln>
              <a:solidFill>
                <a:srgbClr val="81810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0" name="Elbow Connector 3149">
              <a:extLst>
                <a:ext uri="{FF2B5EF4-FFF2-40B4-BE49-F238E27FC236}">
                  <a16:creationId xmlns:a16="http://schemas.microsoft.com/office/drawing/2014/main" id="{A28C7636-B009-85BF-FED0-EC0E14B667DB}"/>
                </a:ext>
              </a:extLst>
            </p:cNvPr>
            <p:cNvCxnSpPr>
              <a:cxnSpLocks/>
              <a:stCxn id="3107" idx="0"/>
              <a:endCxn id="3109" idx="2"/>
            </p:cNvCxnSpPr>
            <p:nvPr/>
          </p:nvCxnSpPr>
          <p:spPr>
            <a:xfrm rot="5400000" flipH="1" flipV="1">
              <a:off x="5464284" y="3412743"/>
              <a:ext cx="396546" cy="709277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81810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54" name="TextBox 3153">
              <a:extLst>
                <a:ext uri="{FF2B5EF4-FFF2-40B4-BE49-F238E27FC236}">
                  <a16:creationId xmlns:a16="http://schemas.microsoft.com/office/drawing/2014/main" id="{E1287AB0-7D11-4C3C-F563-3004FA60800A}"/>
                </a:ext>
              </a:extLst>
            </p:cNvPr>
            <p:cNvSpPr txBox="1"/>
            <p:nvPr/>
          </p:nvSpPr>
          <p:spPr>
            <a:xfrm>
              <a:off x="4554345" y="3563571"/>
              <a:ext cx="78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00" i="1" dirty="0">
                  <a:solidFill>
                    <a:srgbClr val="818105"/>
                  </a:solidFill>
                </a:rPr>
                <a:t>Repeat for 100 gens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7601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A9BD9-54DC-4D7A-6683-D440A5335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0F802E3E-2887-54DF-6420-7DBDEC92539F}"/>
              </a:ext>
            </a:extLst>
          </p:cNvPr>
          <p:cNvGrpSpPr/>
          <p:nvPr/>
        </p:nvGrpSpPr>
        <p:grpSpPr>
          <a:xfrm>
            <a:off x="5567020" y="1555670"/>
            <a:ext cx="2200745" cy="773964"/>
            <a:chOff x="5265517" y="2436308"/>
            <a:chExt cx="2200745" cy="77396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CC2D02D-1D53-D6E8-0065-CE03CB2317D0}"/>
                </a:ext>
              </a:extLst>
            </p:cNvPr>
            <p:cNvSpPr/>
            <p:nvPr/>
          </p:nvSpPr>
          <p:spPr>
            <a:xfrm>
              <a:off x="5265517" y="2539056"/>
              <a:ext cx="182880" cy="182880"/>
            </a:xfrm>
            <a:prstGeom prst="ellipse">
              <a:avLst/>
            </a:prstGeom>
            <a:solidFill>
              <a:srgbClr val="27611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795E7C9-31E1-57EE-B2A0-65A769A05EF9}"/>
                </a:ext>
              </a:extLst>
            </p:cNvPr>
            <p:cNvSpPr/>
            <p:nvPr/>
          </p:nvSpPr>
          <p:spPr>
            <a:xfrm>
              <a:off x="5324172" y="2872243"/>
              <a:ext cx="182880" cy="18288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D571C08E-53A1-4329-17DD-9682DB7F5255}"/>
                </a:ext>
              </a:extLst>
            </p:cNvPr>
            <p:cNvSpPr/>
            <p:nvPr/>
          </p:nvSpPr>
          <p:spPr>
            <a:xfrm>
              <a:off x="5577676" y="2995293"/>
              <a:ext cx="182880" cy="18288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37A59DFD-0FBA-8D05-AAAD-F3096AE37D63}"/>
                </a:ext>
              </a:extLst>
            </p:cNvPr>
            <p:cNvSpPr/>
            <p:nvPr/>
          </p:nvSpPr>
          <p:spPr>
            <a:xfrm>
              <a:off x="5813895" y="2689363"/>
              <a:ext cx="182880" cy="182880"/>
            </a:xfrm>
            <a:prstGeom prst="ellipse">
              <a:avLst/>
            </a:prstGeom>
            <a:solidFill>
              <a:srgbClr val="95B17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88F1EF4-A9CA-91DD-53BC-B4337EBEF2DE}"/>
                </a:ext>
              </a:extLst>
            </p:cNvPr>
            <p:cNvSpPr/>
            <p:nvPr/>
          </p:nvSpPr>
          <p:spPr>
            <a:xfrm>
              <a:off x="5922963" y="2436308"/>
              <a:ext cx="182880" cy="18288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789DDF-7F59-4AAF-32DA-111CB9C5B0EB}"/>
                </a:ext>
              </a:extLst>
            </p:cNvPr>
            <p:cNvSpPr/>
            <p:nvPr/>
          </p:nvSpPr>
          <p:spPr>
            <a:xfrm>
              <a:off x="6358189" y="2527748"/>
              <a:ext cx="182880" cy="182880"/>
            </a:xfrm>
            <a:prstGeom prst="ellipse">
              <a:avLst/>
            </a:prstGeom>
            <a:solidFill>
              <a:srgbClr val="E3F1D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8F86CD5-FFE2-263F-5904-33F4379C7533}"/>
                </a:ext>
              </a:extLst>
            </p:cNvPr>
            <p:cNvSpPr/>
            <p:nvPr/>
          </p:nvSpPr>
          <p:spPr>
            <a:xfrm>
              <a:off x="6272775" y="2790861"/>
              <a:ext cx="182880" cy="182880"/>
            </a:xfrm>
            <a:prstGeom prst="ellipse">
              <a:avLst/>
            </a:prstGeom>
            <a:solidFill>
              <a:srgbClr val="95B17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5FF09AB-50BA-9A4F-8263-623549118F36}"/>
                </a:ext>
              </a:extLst>
            </p:cNvPr>
            <p:cNvSpPr/>
            <p:nvPr/>
          </p:nvSpPr>
          <p:spPr>
            <a:xfrm>
              <a:off x="6186651" y="3027392"/>
              <a:ext cx="182880" cy="18288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E95ABC87-4AE1-29AC-DC23-AACF93FA7397}"/>
                </a:ext>
              </a:extLst>
            </p:cNvPr>
            <p:cNvSpPr/>
            <p:nvPr/>
          </p:nvSpPr>
          <p:spPr>
            <a:xfrm>
              <a:off x="6758504" y="2618292"/>
              <a:ext cx="182880" cy="182880"/>
            </a:xfrm>
            <a:prstGeom prst="ellipse">
              <a:avLst/>
            </a:prstGeom>
            <a:solidFill>
              <a:srgbClr val="A5A5A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4C9185B-DD0E-D52D-3FDC-89218E15C429}"/>
                </a:ext>
              </a:extLst>
            </p:cNvPr>
            <p:cNvSpPr/>
            <p:nvPr/>
          </p:nvSpPr>
          <p:spPr>
            <a:xfrm>
              <a:off x="6941384" y="2791078"/>
              <a:ext cx="182880" cy="182880"/>
            </a:xfrm>
            <a:prstGeom prst="ellipse">
              <a:avLst/>
            </a:prstGeom>
            <a:solidFill>
              <a:srgbClr val="A5A5A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8CB2095-B0B7-CC71-AEF0-486016FE77FD}"/>
                </a:ext>
              </a:extLst>
            </p:cNvPr>
            <p:cNvSpPr/>
            <p:nvPr/>
          </p:nvSpPr>
          <p:spPr>
            <a:xfrm>
              <a:off x="7087495" y="2604645"/>
              <a:ext cx="182880" cy="182880"/>
            </a:xfrm>
            <a:prstGeom prst="ellipse">
              <a:avLst/>
            </a:prstGeom>
            <a:solidFill>
              <a:srgbClr val="A5A5A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92CF42F-BB7D-B179-23E8-046532B32978}"/>
                </a:ext>
              </a:extLst>
            </p:cNvPr>
            <p:cNvSpPr/>
            <p:nvPr/>
          </p:nvSpPr>
          <p:spPr>
            <a:xfrm>
              <a:off x="7270375" y="2777431"/>
              <a:ext cx="182880" cy="182880"/>
            </a:xfrm>
            <a:prstGeom prst="ellipse">
              <a:avLst/>
            </a:prstGeom>
            <a:solidFill>
              <a:srgbClr val="A5A5A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030" name="Group 1029">
              <a:extLst>
                <a:ext uri="{FF2B5EF4-FFF2-40B4-BE49-F238E27FC236}">
                  <a16:creationId xmlns:a16="http://schemas.microsoft.com/office/drawing/2014/main" id="{3D6525C5-31CF-045E-C24E-5461D79BC92D}"/>
                </a:ext>
              </a:extLst>
            </p:cNvPr>
            <p:cNvGrpSpPr/>
            <p:nvPr/>
          </p:nvGrpSpPr>
          <p:grpSpPr>
            <a:xfrm>
              <a:off x="5609303" y="2447573"/>
              <a:ext cx="182880" cy="182923"/>
              <a:chOff x="5609303" y="2447573"/>
              <a:chExt cx="182880" cy="182923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EA1160D-0396-2C27-95DE-864132C16CD9}"/>
                  </a:ext>
                </a:extLst>
              </p:cNvPr>
              <p:cNvSpPr/>
              <p:nvPr/>
            </p:nvSpPr>
            <p:spPr>
              <a:xfrm>
                <a:off x="5609303" y="2447616"/>
                <a:ext cx="182880" cy="182880"/>
              </a:xfrm>
              <a:prstGeom prst="ellipse">
                <a:avLst/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Pie 51">
                <a:extLst>
                  <a:ext uri="{FF2B5EF4-FFF2-40B4-BE49-F238E27FC236}">
                    <a16:creationId xmlns:a16="http://schemas.microsoft.com/office/drawing/2014/main" id="{F209EC5F-04DD-D3F5-1389-9474766DEAF1}"/>
                  </a:ext>
                </a:extLst>
              </p:cNvPr>
              <p:cNvSpPr/>
              <p:nvPr/>
            </p:nvSpPr>
            <p:spPr>
              <a:xfrm>
                <a:off x="5609303" y="2447573"/>
                <a:ext cx="182880" cy="182880"/>
              </a:xfrm>
              <a:prstGeom prst="pie">
                <a:avLst>
                  <a:gd name="adj1" fmla="val 2847946"/>
                  <a:gd name="adj2" fmla="val 13720470"/>
                </a:avLst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29" name="Group 1028">
              <a:extLst>
                <a:ext uri="{FF2B5EF4-FFF2-40B4-BE49-F238E27FC236}">
                  <a16:creationId xmlns:a16="http://schemas.microsoft.com/office/drawing/2014/main" id="{9A8AD9D5-31F4-A631-7254-B5C4FB390DA6}"/>
                </a:ext>
              </a:extLst>
            </p:cNvPr>
            <p:cNvGrpSpPr/>
            <p:nvPr/>
          </p:nvGrpSpPr>
          <p:grpSpPr>
            <a:xfrm>
              <a:off x="5540016" y="2694679"/>
              <a:ext cx="187307" cy="191250"/>
              <a:chOff x="5540016" y="2694679"/>
              <a:chExt cx="187307" cy="191250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00D36C5F-064D-DA90-942E-8AB52EC8AB3F}"/>
                  </a:ext>
                </a:extLst>
              </p:cNvPr>
              <p:cNvSpPr/>
              <p:nvPr/>
            </p:nvSpPr>
            <p:spPr>
              <a:xfrm>
                <a:off x="5544443" y="2694679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Pie 53">
                <a:extLst>
                  <a:ext uri="{FF2B5EF4-FFF2-40B4-BE49-F238E27FC236}">
                    <a16:creationId xmlns:a16="http://schemas.microsoft.com/office/drawing/2014/main" id="{9B29CB0A-1ED5-96AA-2BE9-D9F296D7794D}"/>
                  </a:ext>
                </a:extLst>
              </p:cNvPr>
              <p:cNvSpPr/>
              <p:nvPr/>
            </p:nvSpPr>
            <p:spPr>
              <a:xfrm>
                <a:off x="5540016" y="2703049"/>
                <a:ext cx="182880" cy="182880"/>
              </a:xfrm>
              <a:prstGeom prst="pie">
                <a:avLst>
                  <a:gd name="adj1" fmla="val 2847946"/>
                  <a:gd name="adj2" fmla="val 13720470"/>
                </a:avLst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8DBE4E97-0674-B739-57B1-4E937DD50E68}"/>
                </a:ext>
              </a:extLst>
            </p:cNvPr>
            <p:cNvGrpSpPr/>
            <p:nvPr/>
          </p:nvGrpSpPr>
          <p:grpSpPr>
            <a:xfrm>
              <a:off x="6103787" y="2596095"/>
              <a:ext cx="184936" cy="184708"/>
              <a:chOff x="6103787" y="2596095"/>
              <a:chExt cx="184936" cy="184708"/>
            </a:xfrm>
          </p:grpSpPr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C5E52B7-CEA9-397B-08DF-BE4429C7B119}"/>
                  </a:ext>
                </a:extLst>
              </p:cNvPr>
              <p:cNvSpPr/>
              <p:nvPr/>
            </p:nvSpPr>
            <p:spPr>
              <a:xfrm>
                <a:off x="6105843" y="2597923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Pie 55">
                <a:extLst>
                  <a:ext uri="{FF2B5EF4-FFF2-40B4-BE49-F238E27FC236}">
                    <a16:creationId xmlns:a16="http://schemas.microsoft.com/office/drawing/2014/main" id="{C9DB1C28-65B3-6C82-0CA7-2081F4B93379}"/>
                  </a:ext>
                </a:extLst>
              </p:cNvPr>
              <p:cNvSpPr/>
              <p:nvPr/>
            </p:nvSpPr>
            <p:spPr>
              <a:xfrm>
                <a:off x="6103787" y="2596095"/>
                <a:ext cx="182880" cy="182880"/>
              </a:xfrm>
              <a:prstGeom prst="pie">
                <a:avLst>
                  <a:gd name="adj1" fmla="val 2847946"/>
                  <a:gd name="adj2" fmla="val 13720470"/>
                </a:avLst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0D9E41D1-140B-48C0-956C-8608443AEE6E}"/>
                </a:ext>
              </a:extLst>
            </p:cNvPr>
            <p:cNvGrpSpPr/>
            <p:nvPr/>
          </p:nvGrpSpPr>
          <p:grpSpPr>
            <a:xfrm>
              <a:off x="5910973" y="2935952"/>
              <a:ext cx="184238" cy="183742"/>
              <a:chOff x="5910973" y="2935952"/>
              <a:chExt cx="184238" cy="183742"/>
            </a:xfrm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61512FB-37D1-6D77-007E-DCA326ABD779}"/>
                  </a:ext>
                </a:extLst>
              </p:cNvPr>
              <p:cNvSpPr/>
              <p:nvPr/>
            </p:nvSpPr>
            <p:spPr>
              <a:xfrm>
                <a:off x="5912331" y="2936814"/>
                <a:ext cx="182880" cy="18288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Pie 56">
                <a:extLst>
                  <a:ext uri="{FF2B5EF4-FFF2-40B4-BE49-F238E27FC236}">
                    <a16:creationId xmlns:a16="http://schemas.microsoft.com/office/drawing/2014/main" id="{877405E2-8B64-97BE-D949-10A1939DD2E8}"/>
                  </a:ext>
                </a:extLst>
              </p:cNvPr>
              <p:cNvSpPr/>
              <p:nvPr/>
            </p:nvSpPr>
            <p:spPr>
              <a:xfrm>
                <a:off x="5910973" y="2935952"/>
                <a:ext cx="182880" cy="182880"/>
              </a:xfrm>
              <a:prstGeom prst="pie">
                <a:avLst>
                  <a:gd name="adj1" fmla="val 2847946"/>
                  <a:gd name="adj2" fmla="val 13720470"/>
                </a:avLst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8" name="Cross 57">
              <a:extLst>
                <a:ext uri="{FF2B5EF4-FFF2-40B4-BE49-F238E27FC236}">
                  <a16:creationId xmlns:a16="http://schemas.microsoft.com/office/drawing/2014/main" id="{7C186DDF-AE57-71B6-C480-3F667AF9ED34}"/>
                </a:ext>
              </a:extLst>
            </p:cNvPr>
            <p:cNvSpPr/>
            <p:nvPr/>
          </p:nvSpPr>
          <p:spPr>
            <a:xfrm rot="2693924">
              <a:off x="6745855" y="2609148"/>
              <a:ext cx="201168" cy="201168"/>
            </a:xfrm>
            <a:prstGeom prst="plus">
              <a:avLst>
                <a:gd name="adj" fmla="val 43687"/>
              </a:avLst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Cross 58">
              <a:extLst>
                <a:ext uri="{FF2B5EF4-FFF2-40B4-BE49-F238E27FC236}">
                  <a16:creationId xmlns:a16="http://schemas.microsoft.com/office/drawing/2014/main" id="{8F30E870-0B49-C0FA-1CCA-06190D5EEC98}"/>
                </a:ext>
              </a:extLst>
            </p:cNvPr>
            <p:cNvSpPr/>
            <p:nvPr/>
          </p:nvSpPr>
          <p:spPr>
            <a:xfrm rot="2693924">
              <a:off x="6928736" y="2780015"/>
              <a:ext cx="201168" cy="201168"/>
            </a:xfrm>
            <a:prstGeom prst="plus">
              <a:avLst>
                <a:gd name="adj" fmla="val 43687"/>
              </a:avLst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0" name="Cross 59">
              <a:extLst>
                <a:ext uri="{FF2B5EF4-FFF2-40B4-BE49-F238E27FC236}">
                  <a16:creationId xmlns:a16="http://schemas.microsoft.com/office/drawing/2014/main" id="{E74A5CC0-C921-BC47-1BD6-8845F5298147}"/>
                </a:ext>
              </a:extLst>
            </p:cNvPr>
            <p:cNvSpPr/>
            <p:nvPr/>
          </p:nvSpPr>
          <p:spPr>
            <a:xfrm rot="2693924">
              <a:off x="7082213" y="2600116"/>
              <a:ext cx="201168" cy="201168"/>
            </a:xfrm>
            <a:prstGeom prst="plus">
              <a:avLst>
                <a:gd name="adj" fmla="val 43687"/>
              </a:avLst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1" name="Cross 60">
              <a:extLst>
                <a:ext uri="{FF2B5EF4-FFF2-40B4-BE49-F238E27FC236}">
                  <a16:creationId xmlns:a16="http://schemas.microsoft.com/office/drawing/2014/main" id="{357D0A9A-B5C9-76B0-2F3C-68D2AC86C564}"/>
                </a:ext>
              </a:extLst>
            </p:cNvPr>
            <p:cNvSpPr/>
            <p:nvPr/>
          </p:nvSpPr>
          <p:spPr>
            <a:xfrm rot="2693924">
              <a:off x="7265094" y="2770983"/>
              <a:ext cx="201168" cy="201168"/>
            </a:xfrm>
            <a:prstGeom prst="plus">
              <a:avLst>
                <a:gd name="adj" fmla="val 43687"/>
              </a:avLst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57" name="Group 1056">
            <a:extLst>
              <a:ext uri="{FF2B5EF4-FFF2-40B4-BE49-F238E27FC236}">
                <a16:creationId xmlns:a16="http://schemas.microsoft.com/office/drawing/2014/main" id="{CA91D985-E729-2097-1D15-5182FB5EE5B0}"/>
              </a:ext>
            </a:extLst>
          </p:cNvPr>
          <p:cNvGrpSpPr/>
          <p:nvPr/>
        </p:nvGrpSpPr>
        <p:grpSpPr>
          <a:xfrm>
            <a:off x="675113" y="845559"/>
            <a:ext cx="1275552" cy="773964"/>
            <a:chOff x="3082299" y="2425000"/>
            <a:chExt cx="1275552" cy="773964"/>
          </a:xfrm>
          <a:solidFill>
            <a:schemeClr val="bg1"/>
          </a:solidFill>
        </p:grpSpPr>
        <p:sp>
          <p:nvSpPr>
            <p:cNvPr id="1058" name="Oval 1057">
              <a:extLst>
                <a:ext uri="{FF2B5EF4-FFF2-40B4-BE49-F238E27FC236}">
                  <a16:creationId xmlns:a16="http://schemas.microsoft.com/office/drawing/2014/main" id="{63EE773B-6E00-95A3-8B4B-FBE82A773D10}"/>
                </a:ext>
              </a:extLst>
            </p:cNvPr>
            <p:cNvSpPr/>
            <p:nvPr/>
          </p:nvSpPr>
          <p:spPr>
            <a:xfrm>
              <a:off x="3082299" y="2527748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59" name="Oval 1058">
              <a:extLst>
                <a:ext uri="{FF2B5EF4-FFF2-40B4-BE49-F238E27FC236}">
                  <a16:creationId xmlns:a16="http://schemas.microsoft.com/office/drawing/2014/main" id="{61392CDA-60CE-6E9B-8167-231A4582454D}"/>
                </a:ext>
              </a:extLst>
            </p:cNvPr>
            <p:cNvSpPr/>
            <p:nvPr/>
          </p:nvSpPr>
          <p:spPr>
            <a:xfrm>
              <a:off x="3426085" y="2436308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0" name="Oval 1059">
              <a:extLst>
                <a:ext uri="{FF2B5EF4-FFF2-40B4-BE49-F238E27FC236}">
                  <a16:creationId xmlns:a16="http://schemas.microsoft.com/office/drawing/2014/main" id="{8261CBCA-B0C8-1F97-AC87-E3BB7CEAC0A7}"/>
                </a:ext>
              </a:extLst>
            </p:cNvPr>
            <p:cNvSpPr/>
            <p:nvPr/>
          </p:nvSpPr>
          <p:spPr>
            <a:xfrm>
              <a:off x="3361225" y="2683371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1" name="Oval 1060">
              <a:extLst>
                <a:ext uri="{FF2B5EF4-FFF2-40B4-BE49-F238E27FC236}">
                  <a16:creationId xmlns:a16="http://schemas.microsoft.com/office/drawing/2014/main" id="{D3B0FF16-DD57-75CB-0144-E85A4C015DF4}"/>
                </a:ext>
              </a:extLst>
            </p:cNvPr>
            <p:cNvSpPr/>
            <p:nvPr/>
          </p:nvSpPr>
          <p:spPr>
            <a:xfrm>
              <a:off x="3140954" y="2860935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2" name="Oval 1061">
              <a:extLst>
                <a:ext uri="{FF2B5EF4-FFF2-40B4-BE49-F238E27FC236}">
                  <a16:creationId xmlns:a16="http://schemas.microsoft.com/office/drawing/2014/main" id="{5F9C5A17-0416-EB14-28A9-24AFBE257C7A}"/>
                </a:ext>
              </a:extLst>
            </p:cNvPr>
            <p:cNvSpPr/>
            <p:nvPr/>
          </p:nvSpPr>
          <p:spPr>
            <a:xfrm>
              <a:off x="3394458" y="2983985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F47261EC-A8F0-A723-A49F-63ABCD245762}"/>
                </a:ext>
              </a:extLst>
            </p:cNvPr>
            <p:cNvSpPr/>
            <p:nvPr/>
          </p:nvSpPr>
          <p:spPr>
            <a:xfrm>
              <a:off x="3729113" y="2925506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4" name="Oval 1063">
              <a:extLst>
                <a:ext uri="{FF2B5EF4-FFF2-40B4-BE49-F238E27FC236}">
                  <a16:creationId xmlns:a16="http://schemas.microsoft.com/office/drawing/2014/main" id="{8D7F269E-59F2-B5A5-61AA-DC013C9CBBE1}"/>
                </a:ext>
              </a:extLst>
            </p:cNvPr>
            <p:cNvSpPr/>
            <p:nvPr/>
          </p:nvSpPr>
          <p:spPr>
            <a:xfrm>
              <a:off x="3630677" y="2678055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5" name="Oval 1064">
              <a:extLst>
                <a:ext uri="{FF2B5EF4-FFF2-40B4-BE49-F238E27FC236}">
                  <a16:creationId xmlns:a16="http://schemas.microsoft.com/office/drawing/2014/main" id="{FAB3531F-AF03-EFAB-3A18-A824A5FD7245}"/>
                </a:ext>
              </a:extLst>
            </p:cNvPr>
            <p:cNvSpPr/>
            <p:nvPr/>
          </p:nvSpPr>
          <p:spPr>
            <a:xfrm>
              <a:off x="3739745" y="2425000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6" name="Oval 1065">
              <a:extLst>
                <a:ext uri="{FF2B5EF4-FFF2-40B4-BE49-F238E27FC236}">
                  <a16:creationId xmlns:a16="http://schemas.microsoft.com/office/drawing/2014/main" id="{E2817E30-C612-250F-6FF4-10184F5BDBB8}"/>
                </a:ext>
              </a:extLst>
            </p:cNvPr>
            <p:cNvSpPr/>
            <p:nvPr/>
          </p:nvSpPr>
          <p:spPr>
            <a:xfrm>
              <a:off x="3922625" y="2586615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7" name="Oval 1066">
              <a:extLst>
                <a:ext uri="{FF2B5EF4-FFF2-40B4-BE49-F238E27FC236}">
                  <a16:creationId xmlns:a16="http://schemas.microsoft.com/office/drawing/2014/main" id="{53F868A4-FDAF-3A69-493E-EE3644E44D70}"/>
                </a:ext>
              </a:extLst>
            </p:cNvPr>
            <p:cNvSpPr/>
            <p:nvPr/>
          </p:nvSpPr>
          <p:spPr>
            <a:xfrm>
              <a:off x="4174971" y="2516440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8" name="Oval 1067">
              <a:extLst>
                <a:ext uri="{FF2B5EF4-FFF2-40B4-BE49-F238E27FC236}">
                  <a16:creationId xmlns:a16="http://schemas.microsoft.com/office/drawing/2014/main" id="{0FCC4067-D36C-FF78-B7BF-CA14D7635EBA}"/>
                </a:ext>
              </a:extLst>
            </p:cNvPr>
            <p:cNvSpPr/>
            <p:nvPr/>
          </p:nvSpPr>
          <p:spPr>
            <a:xfrm>
              <a:off x="4089557" y="2779553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9" name="Oval 1068">
              <a:extLst>
                <a:ext uri="{FF2B5EF4-FFF2-40B4-BE49-F238E27FC236}">
                  <a16:creationId xmlns:a16="http://schemas.microsoft.com/office/drawing/2014/main" id="{CF1CCD2A-4150-CF64-3780-09B2AC9D76DF}"/>
                </a:ext>
              </a:extLst>
            </p:cNvPr>
            <p:cNvSpPr/>
            <p:nvPr/>
          </p:nvSpPr>
          <p:spPr>
            <a:xfrm>
              <a:off x="4003433" y="3016084"/>
              <a:ext cx="182880" cy="18288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81" name="TextBox 1080">
            <a:extLst>
              <a:ext uri="{FF2B5EF4-FFF2-40B4-BE49-F238E27FC236}">
                <a16:creationId xmlns:a16="http://schemas.microsoft.com/office/drawing/2014/main" id="{53575BD2-A6B0-CB2F-A73D-0908A454FA7D}"/>
              </a:ext>
            </a:extLst>
          </p:cNvPr>
          <p:cNvSpPr txBox="1"/>
          <p:nvPr/>
        </p:nvSpPr>
        <p:spPr>
          <a:xfrm>
            <a:off x="403850" y="281881"/>
            <a:ext cx="34255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1. Initial population (initial </a:t>
            </a:r>
            <a:r>
              <a:rPr lang="en-US" sz="1400" dirty="0" err="1"/>
              <a:t>irr</a:t>
            </a:r>
            <a:r>
              <a:rPr lang="en-US" sz="1400" dirty="0"/>
              <a:t>/</a:t>
            </a:r>
            <a:r>
              <a:rPr lang="en-US" sz="1400" dirty="0" err="1"/>
              <a:t>fert</a:t>
            </a:r>
            <a:r>
              <a:rPr lang="en-US" sz="1400" dirty="0"/>
              <a:t> strategy)</a:t>
            </a:r>
          </a:p>
        </p:txBody>
      </p:sp>
      <p:sp>
        <p:nvSpPr>
          <p:cNvPr id="1082" name="TextBox 1081">
            <a:extLst>
              <a:ext uri="{FF2B5EF4-FFF2-40B4-BE49-F238E27FC236}">
                <a16:creationId xmlns:a16="http://schemas.microsoft.com/office/drawing/2014/main" id="{561BCF1C-E8A0-DC74-AAE8-00A551C3694B}"/>
              </a:ext>
            </a:extLst>
          </p:cNvPr>
          <p:cNvSpPr txBox="1"/>
          <p:nvPr/>
        </p:nvSpPr>
        <p:spPr>
          <a:xfrm>
            <a:off x="403850" y="2089965"/>
            <a:ext cx="2254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2. Evaluate each individual</a:t>
            </a:r>
          </a:p>
        </p:txBody>
      </p:sp>
      <p:grpSp>
        <p:nvGrpSpPr>
          <p:cNvPr id="1085" name="Group 1084">
            <a:extLst>
              <a:ext uri="{FF2B5EF4-FFF2-40B4-BE49-F238E27FC236}">
                <a16:creationId xmlns:a16="http://schemas.microsoft.com/office/drawing/2014/main" id="{A2C28ECF-9592-E04F-7995-5A9520396D18}"/>
              </a:ext>
            </a:extLst>
          </p:cNvPr>
          <p:cNvGrpSpPr/>
          <p:nvPr/>
        </p:nvGrpSpPr>
        <p:grpSpPr>
          <a:xfrm>
            <a:off x="808297" y="2487487"/>
            <a:ext cx="1758794" cy="1085515"/>
            <a:chOff x="808297" y="2487487"/>
            <a:chExt cx="1758794" cy="1085515"/>
          </a:xfrm>
        </p:grpSpPr>
        <p:grpSp>
          <p:nvGrpSpPr>
            <p:cNvPr id="1056" name="Group 1055">
              <a:extLst>
                <a:ext uri="{FF2B5EF4-FFF2-40B4-BE49-F238E27FC236}">
                  <a16:creationId xmlns:a16="http://schemas.microsoft.com/office/drawing/2014/main" id="{5046EBFF-E49C-3D07-114B-EEFFA56D0303}"/>
                </a:ext>
              </a:extLst>
            </p:cNvPr>
            <p:cNvGrpSpPr/>
            <p:nvPr/>
          </p:nvGrpSpPr>
          <p:grpSpPr>
            <a:xfrm>
              <a:off x="808297" y="2633801"/>
              <a:ext cx="1275552" cy="773964"/>
              <a:chOff x="3082299" y="2425000"/>
              <a:chExt cx="1275552" cy="773964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0C815274-BCA3-E67D-9F1F-E3B7792C5731}"/>
                  </a:ext>
                </a:extLst>
              </p:cNvPr>
              <p:cNvSpPr/>
              <p:nvPr/>
            </p:nvSpPr>
            <p:spPr>
              <a:xfrm>
                <a:off x="3082299" y="2527748"/>
                <a:ext cx="182880" cy="182880"/>
              </a:xfrm>
              <a:prstGeom prst="ellipse">
                <a:avLst/>
              </a:prstGeom>
              <a:solidFill>
                <a:srgbClr val="27611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B3FBB4-7B2A-A989-9269-B088A4AB1E4D}"/>
                  </a:ext>
                </a:extLst>
              </p:cNvPr>
              <p:cNvSpPr/>
              <p:nvPr/>
            </p:nvSpPr>
            <p:spPr>
              <a:xfrm>
                <a:off x="3426085" y="2436308"/>
                <a:ext cx="182880" cy="182880"/>
              </a:xfrm>
              <a:prstGeom prst="ellipse">
                <a:avLst/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06F37A5-7E4E-A7C2-68CB-7CC8BC2483A2}"/>
                  </a:ext>
                </a:extLst>
              </p:cNvPr>
              <p:cNvSpPr/>
              <p:nvPr/>
            </p:nvSpPr>
            <p:spPr>
              <a:xfrm>
                <a:off x="3361225" y="2683371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F49BB12-8CB4-C154-C12E-B1A5D13471B4}"/>
                  </a:ext>
                </a:extLst>
              </p:cNvPr>
              <p:cNvSpPr/>
              <p:nvPr/>
            </p:nvSpPr>
            <p:spPr>
              <a:xfrm>
                <a:off x="3140954" y="2860935"/>
                <a:ext cx="182880" cy="182880"/>
              </a:xfrm>
              <a:prstGeom prst="ellipse">
                <a:avLst/>
              </a:prstGeom>
              <a:solidFill>
                <a:srgbClr val="A5A5A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DC76BD2-9FC5-441A-8996-8420EA9E9C7D}"/>
                  </a:ext>
                </a:extLst>
              </p:cNvPr>
              <p:cNvSpPr/>
              <p:nvPr/>
            </p:nvSpPr>
            <p:spPr>
              <a:xfrm>
                <a:off x="3394458" y="2983985"/>
                <a:ext cx="182880" cy="182880"/>
              </a:xfrm>
              <a:prstGeom prst="ellipse">
                <a:avLst/>
              </a:prstGeom>
              <a:solidFill>
                <a:srgbClr val="A5A5A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46F962A-1FDB-3E28-1537-A66425F2749A}"/>
                  </a:ext>
                </a:extLst>
              </p:cNvPr>
              <p:cNvSpPr/>
              <p:nvPr/>
            </p:nvSpPr>
            <p:spPr>
              <a:xfrm>
                <a:off x="3729113" y="2925506"/>
                <a:ext cx="182880" cy="18288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4BDC388-764A-DC0B-CE47-69FCDB2BA521}"/>
                  </a:ext>
                </a:extLst>
              </p:cNvPr>
              <p:cNvSpPr/>
              <p:nvPr/>
            </p:nvSpPr>
            <p:spPr>
              <a:xfrm>
                <a:off x="3630677" y="2678055"/>
                <a:ext cx="182880" cy="182880"/>
              </a:xfrm>
              <a:prstGeom prst="ellipse">
                <a:avLst/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79F7E98-995D-A86E-9649-3F819501A37A}"/>
                  </a:ext>
                </a:extLst>
              </p:cNvPr>
              <p:cNvSpPr/>
              <p:nvPr/>
            </p:nvSpPr>
            <p:spPr>
              <a:xfrm>
                <a:off x="3739745" y="2425000"/>
                <a:ext cx="182880" cy="182880"/>
              </a:xfrm>
              <a:prstGeom prst="ellipse">
                <a:avLst/>
              </a:prstGeom>
              <a:solidFill>
                <a:srgbClr val="A5A5A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2803C015-C220-6C18-85BE-0E9E4186D8BD}"/>
                  </a:ext>
                </a:extLst>
              </p:cNvPr>
              <p:cNvSpPr/>
              <p:nvPr/>
            </p:nvSpPr>
            <p:spPr>
              <a:xfrm>
                <a:off x="3922625" y="2586615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9BC8A806-EA52-73AC-A690-16238FFD4980}"/>
                  </a:ext>
                </a:extLst>
              </p:cNvPr>
              <p:cNvSpPr/>
              <p:nvPr/>
            </p:nvSpPr>
            <p:spPr>
              <a:xfrm>
                <a:off x="4174971" y="2516440"/>
                <a:ext cx="182880" cy="182880"/>
              </a:xfrm>
              <a:prstGeom prst="ellipse">
                <a:avLst/>
              </a:prstGeom>
              <a:solidFill>
                <a:srgbClr val="E3F1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2AC1AC2-7C08-21E4-5E1F-AFE456088761}"/>
                  </a:ext>
                </a:extLst>
              </p:cNvPr>
              <p:cNvSpPr/>
              <p:nvPr/>
            </p:nvSpPr>
            <p:spPr>
              <a:xfrm>
                <a:off x="4089557" y="2779553"/>
                <a:ext cx="182880" cy="182880"/>
              </a:xfrm>
              <a:prstGeom prst="ellipse">
                <a:avLst/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52D2F7B-AF4D-CA9B-D83B-7524BF9622DF}"/>
                  </a:ext>
                </a:extLst>
              </p:cNvPr>
              <p:cNvSpPr/>
              <p:nvPr/>
            </p:nvSpPr>
            <p:spPr>
              <a:xfrm>
                <a:off x="4003433" y="3016084"/>
                <a:ext cx="182880" cy="182880"/>
              </a:xfrm>
              <a:prstGeom prst="ellipse">
                <a:avLst/>
              </a:prstGeom>
              <a:solidFill>
                <a:srgbClr val="A5A5A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F18D45A-0E1C-AD97-665B-E29C2B48D065}"/>
                </a:ext>
              </a:extLst>
            </p:cNvPr>
            <p:cNvSpPr/>
            <p:nvPr/>
          </p:nvSpPr>
          <p:spPr>
            <a:xfrm>
              <a:off x="2274435" y="2736549"/>
              <a:ext cx="148856" cy="554531"/>
            </a:xfrm>
            <a:prstGeom prst="rect">
              <a:avLst/>
            </a:prstGeom>
            <a:gradFill flip="none" rotWithShape="1">
              <a:gsLst>
                <a:gs pos="0">
                  <a:srgbClr val="009900"/>
                </a:gs>
                <a:gs pos="50000">
                  <a:srgbClr val="92D050"/>
                </a:gs>
                <a:gs pos="100000">
                  <a:srgbClr val="A5A5A5"/>
                </a:gs>
              </a:gsLst>
              <a:lin ang="5400000" scaled="1"/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83" name="TextBox 1082">
              <a:extLst>
                <a:ext uri="{FF2B5EF4-FFF2-40B4-BE49-F238E27FC236}">
                  <a16:creationId xmlns:a16="http://schemas.microsoft.com/office/drawing/2014/main" id="{5EE00E6F-8FD4-D329-97C9-992AC6E1EB7A}"/>
                </a:ext>
              </a:extLst>
            </p:cNvPr>
            <p:cNvSpPr txBox="1"/>
            <p:nvPr/>
          </p:nvSpPr>
          <p:spPr>
            <a:xfrm>
              <a:off x="2146783" y="2487487"/>
              <a:ext cx="4203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 dirty="0"/>
                <a:t>↑$$</a:t>
              </a:r>
              <a:endParaRPr lang="en-US" b="1" dirty="0"/>
            </a:p>
          </p:txBody>
        </p: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0F23DE31-F730-3A37-E0B7-684EA80A40BA}"/>
                </a:ext>
              </a:extLst>
            </p:cNvPr>
            <p:cNvSpPr txBox="1"/>
            <p:nvPr/>
          </p:nvSpPr>
          <p:spPr>
            <a:xfrm>
              <a:off x="2146783" y="3311392"/>
              <a:ext cx="4203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b="1" dirty="0"/>
                <a:t>↓$$</a:t>
              </a:r>
              <a:endParaRPr lang="en-US" b="1" dirty="0"/>
            </a:p>
          </p:txBody>
        </p:sp>
      </p:grpSp>
      <p:sp>
        <p:nvSpPr>
          <p:cNvPr id="1086" name="TextBox 1085">
            <a:extLst>
              <a:ext uri="{FF2B5EF4-FFF2-40B4-BE49-F238E27FC236}">
                <a16:creationId xmlns:a16="http://schemas.microsoft.com/office/drawing/2014/main" id="{C16F99D2-B09B-45C7-37B3-7D97ECFF861E}"/>
              </a:ext>
            </a:extLst>
          </p:cNvPr>
          <p:cNvSpPr txBox="1"/>
          <p:nvPr/>
        </p:nvSpPr>
        <p:spPr>
          <a:xfrm>
            <a:off x="329616" y="3570242"/>
            <a:ext cx="2518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3. Rank individuals by revenue</a:t>
            </a:r>
          </a:p>
        </p:txBody>
      </p:sp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39E6B0C3-90D0-5EAB-BA35-D05BFE0306D3}"/>
              </a:ext>
            </a:extLst>
          </p:cNvPr>
          <p:cNvGrpSpPr/>
          <p:nvPr/>
        </p:nvGrpSpPr>
        <p:grpSpPr>
          <a:xfrm>
            <a:off x="947612" y="3940507"/>
            <a:ext cx="2279313" cy="394062"/>
            <a:chOff x="947612" y="3940507"/>
            <a:chExt cx="2279313" cy="394062"/>
          </a:xfrm>
        </p:grpSpPr>
        <p:grpSp>
          <p:nvGrpSpPr>
            <p:cNvPr id="1080" name="Group 1079">
              <a:extLst>
                <a:ext uri="{FF2B5EF4-FFF2-40B4-BE49-F238E27FC236}">
                  <a16:creationId xmlns:a16="http://schemas.microsoft.com/office/drawing/2014/main" id="{646D1C5E-4ED5-1ECD-9074-E710DD56360C}"/>
                </a:ext>
              </a:extLst>
            </p:cNvPr>
            <p:cNvGrpSpPr/>
            <p:nvPr/>
          </p:nvGrpSpPr>
          <p:grpSpPr>
            <a:xfrm>
              <a:off x="1464423" y="3940507"/>
              <a:ext cx="1116845" cy="369332"/>
              <a:chOff x="2348863" y="1544307"/>
              <a:chExt cx="1116845" cy="369332"/>
            </a:xfrm>
          </p:grpSpPr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B933C769-135A-3C5E-B69F-1885D59341CF}"/>
                  </a:ext>
                </a:extLst>
              </p:cNvPr>
              <p:cNvSpPr/>
              <p:nvPr/>
            </p:nvSpPr>
            <p:spPr>
              <a:xfrm>
                <a:off x="3062548" y="1689760"/>
                <a:ext cx="182880" cy="182880"/>
              </a:xfrm>
              <a:prstGeom prst="ellipse">
                <a:avLst/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36EA6F25-1145-1201-3E17-807A9F7EB325}"/>
                  </a:ext>
                </a:extLst>
              </p:cNvPr>
              <p:cNvSpPr/>
              <p:nvPr/>
            </p:nvSpPr>
            <p:spPr>
              <a:xfrm>
                <a:off x="2348863" y="1689760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40E76937-8F67-0F71-4CAE-C07084F2D3AE}"/>
                  </a:ext>
                </a:extLst>
              </p:cNvPr>
              <p:cNvSpPr/>
              <p:nvPr/>
            </p:nvSpPr>
            <p:spPr>
              <a:xfrm>
                <a:off x="2572393" y="1689760"/>
                <a:ext cx="182880" cy="18288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FBC1A890-A5DA-EE97-731A-B58048700C65}"/>
                  </a:ext>
                </a:extLst>
              </p:cNvPr>
              <p:cNvSpPr/>
              <p:nvPr/>
            </p:nvSpPr>
            <p:spPr>
              <a:xfrm>
                <a:off x="3282828" y="1689760"/>
                <a:ext cx="182880" cy="182880"/>
              </a:xfrm>
              <a:prstGeom prst="ellipse">
                <a:avLst/>
              </a:prstGeom>
              <a:solidFill>
                <a:srgbClr val="A5A5A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79" name="TextBox 1078">
                <a:extLst>
                  <a:ext uri="{FF2B5EF4-FFF2-40B4-BE49-F238E27FC236}">
                    <a16:creationId xmlns:a16="http://schemas.microsoft.com/office/drawing/2014/main" id="{F096A8C7-3ECD-93B2-4A3B-E1C616B2E2C3}"/>
                  </a:ext>
                </a:extLst>
              </p:cNvPr>
              <p:cNvSpPr txBox="1"/>
              <p:nvPr/>
            </p:nvSpPr>
            <p:spPr>
              <a:xfrm>
                <a:off x="2726836" y="1544307"/>
                <a:ext cx="381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</a:p>
            </p:txBody>
          </p:sp>
        </p:grpSp>
        <p:sp>
          <p:nvSpPr>
            <p:cNvPr id="1087" name="TextBox 1086">
              <a:extLst>
                <a:ext uri="{FF2B5EF4-FFF2-40B4-BE49-F238E27FC236}">
                  <a16:creationId xmlns:a16="http://schemas.microsoft.com/office/drawing/2014/main" id="{C6F01918-4880-E854-36CE-BD122EA1CD36}"/>
                </a:ext>
              </a:extLst>
            </p:cNvPr>
            <p:cNvSpPr txBox="1"/>
            <p:nvPr/>
          </p:nvSpPr>
          <p:spPr>
            <a:xfrm>
              <a:off x="947612" y="4023511"/>
              <a:ext cx="5314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Best</a:t>
              </a:r>
            </a:p>
          </p:txBody>
        </p:sp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24D0AFFD-2C1F-6D8E-ECFB-17F8C2F96F06}"/>
                </a:ext>
              </a:extLst>
            </p:cNvPr>
            <p:cNvSpPr txBox="1"/>
            <p:nvPr/>
          </p:nvSpPr>
          <p:spPr>
            <a:xfrm>
              <a:off x="2586237" y="4026792"/>
              <a:ext cx="6406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Worst</a:t>
              </a:r>
            </a:p>
          </p:txBody>
        </p:sp>
      </p:grpSp>
      <p:sp>
        <p:nvSpPr>
          <p:cNvPr id="1090" name="TextBox 1089">
            <a:extLst>
              <a:ext uri="{FF2B5EF4-FFF2-40B4-BE49-F238E27FC236}">
                <a16:creationId xmlns:a16="http://schemas.microsoft.com/office/drawing/2014/main" id="{EA893255-6405-3720-9D30-4CC3DCAAAD9A}"/>
              </a:ext>
            </a:extLst>
          </p:cNvPr>
          <p:cNvSpPr txBox="1"/>
          <p:nvPr/>
        </p:nvSpPr>
        <p:spPr>
          <a:xfrm>
            <a:off x="366801" y="4538552"/>
            <a:ext cx="64008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4. Mate top performers in hopes of achieving stronger offspring (better strategies)</a:t>
            </a:r>
          </a:p>
        </p:txBody>
      </p: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F357BEDF-69BA-2F13-2776-ECF65478C405}"/>
              </a:ext>
            </a:extLst>
          </p:cNvPr>
          <p:cNvGrpSpPr/>
          <p:nvPr/>
        </p:nvGrpSpPr>
        <p:grpSpPr>
          <a:xfrm>
            <a:off x="547225" y="5093374"/>
            <a:ext cx="2034043" cy="845149"/>
            <a:chOff x="547225" y="5093374"/>
            <a:chExt cx="2034043" cy="845149"/>
          </a:xfrm>
        </p:grpSpPr>
        <p:grpSp>
          <p:nvGrpSpPr>
            <p:cNvPr id="1054" name="Group 1053">
              <a:extLst>
                <a:ext uri="{FF2B5EF4-FFF2-40B4-BE49-F238E27FC236}">
                  <a16:creationId xmlns:a16="http://schemas.microsoft.com/office/drawing/2014/main" id="{9D8C29E1-D733-47A8-1467-6D55DA26938E}"/>
                </a:ext>
              </a:extLst>
            </p:cNvPr>
            <p:cNvGrpSpPr/>
            <p:nvPr/>
          </p:nvGrpSpPr>
          <p:grpSpPr>
            <a:xfrm>
              <a:off x="1342018" y="5124247"/>
              <a:ext cx="1239250" cy="814276"/>
              <a:chOff x="4237731" y="1212385"/>
              <a:chExt cx="1239250" cy="814276"/>
            </a:xfrm>
          </p:grpSpPr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B344181-41BC-B5DB-E6AA-DEB0A048BA16}"/>
                  </a:ext>
                </a:extLst>
              </p:cNvPr>
              <p:cNvSpPr/>
              <p:nvPr/>
            </p:nvSpPr>
            <p:spPr>
              <a:xfrm>
                <a:off x="4302825" y="1267480"/>
                <a:ext cx="182880" cy="182880"/>
              </a:xfrm>
              <a:prstGeom prst="ellipse">
                <a:avLst/>
              </a:prstGeom>
              <a:solidFill>
                <a:srgbClr val="95B17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DB80F25B-46B8-4100-A8A6-900041E38D40}"/>
                  </a:ext>
                </a:extLst>
              </p:cNvPr>
              <p:cNvSpPr/>
              <p:nvPr/>
            </p:nvSpPr>
            <p:spPr>
              <a:xfrm>
                <a:off x="4537611" y="1267480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24" name="Oval 1023">
                <a:extLst>
                  <a:ext uri="{FF2B5EF4-FFF2-40B4-BE49-F238E27FC236}">
                    <a16:creationId xmlns:a16="http://schemas.microsoft.com/office/drawing/2014/main" id="{7BB12DAA-DB77-21B5-8FCF-CF2ADBE7D6BC}"/>
                  </a:ext>
                </a:extLst>
              </p:cNvPr>
              <p:cNvSpPr/>
              <p:nvPr/>
            </p:nvSpPr>
            <p:spPr>
              <a:xfrm>
                <a:off x="5232732" y="1267480"/>
                <a:ext cx="182880" cy="182880"/>
              </a:xfrm>
              <a:prstGeom prst="ellipse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25" name="Oval 1024">
                <a:extLst>
                  <a:ext uri="{FF2B5EF4-FFF2-40B4-BE49-F238E27FC236}">
                    <a16:creationId xmlns:a16="http://schemas.microsoft.com/office/drawing/2014/main" id="{126E8798-09A1-AAA5-F46E-B6C13487874E}"/>
                  </a:ext>
                </a:extLst>
              </p:cNvPr>
              <p:cNvSpPr/>
              <p:nvPr/>
            </p:nvSpPr>
            <p:spPr>
              <a:xfrm>
                <a:off x="4997946" y="1267480"/>
                <a:ext cx="182880" cy="182880"/>
              </a:xfrm>
              <a:prstGeom prst="ellipse">
                <a:avLst/>
              </a:prstGeom>
              <a:solidFill>
                <a:srgbClr val="0099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31" name="Group 1030">
                <a:extLst>
                  <a:ext uri="{FF2B5EF4-FFF2-40B4-BE49-F238E27FC236}">
                    <a16:creationId xmlns:a16="http://schemas.microsoft.com/office/drawing/2014/main" id="{621FBEF4-714A-B6ED-8B6D-EAB3927BCB85}"/>
                  </a:ext>
                </a:extLst>
              </p:cNvPr>
              <p:cNvGrpSpPr/>
              <p:nvPr/>
            </p:nvGrpSpPr>
            <p:grpSpPr>
              <a:xfrm>
                <a:off x="4537611" y="1784425"/>
                <a:ext cx="182880" cy="182923"/>
                <a:chOff x="5609303" y="2447573"/>
                <a:chExt cx="182880" cy="182923"/>
              </a:xfrm>
            </p:grpSpPr>
            <p:sp>
              <p:nvSpPr>
                <p:cNvPr id="1032" name="Oval 1031">
                  <a:extLst>
                    <a:ext uri="{FF2B5EF4-FFF2-40B4-BE49-F238E27FC236}">
                      <a16:creationId xmlns:a16="http://schemas.microsoft.com/office/drawing/2014/main" id="{9144F93C-C408-02FB-45FF-59FC5DB0D6B3}"/>
                    </a:ext>
                  </a:extLst>
                </p:cNvPr>
                <p:cNvSpPr/>
                <p:nvPr/>
              </p:nvSpPr>
              <p:spPr>
                <a:xfrm>
                  <a:off x="5609303" y="2447616"/>
                  <a:ext cx="182880" cy="182880"/>
                </a:xfrm>
                <a:prstGeom prst="ellipse">
                  <a:avLst/>
                </a:prstGeom>
                <a:solidFill>
                  <a:srgbClr val="95B176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3" name="Pie 1032">
                  <a:extLst>
                    <a:ext uri="{FF2B5EF4-FFF2-40B4-BE49-F238E27FC236}">
                      <a16:creationId xmlns:a16="http://schemas.microsoft.com/office/drawing/2014/main" id="{0458EADA-3AEB-C65E-2CD6-1399715B33F2}"/>
                    </a:ext>
                  </a:extLst>
                </p:cNvPr>
                <p:cNvSpPr/>
                <p:nvPr/>
              </p:nvSpPr>
              <p:spPr>
                <a:xfrm>
                  <a:off x="5609303" y="2447573"/>
                  <a:ext cx="182880" cy="182880"/>
                </a:xfrm>
                <a:prstGeom prst="pie">
                  <a:avLst>
                    <a:gd name="adj1" fmla="val 2847946"/>
                    <a:gd name="adj2" fmla="val 13720470"/>
                  </a:avLst>
                </a:prstGeom>
                <a:solidFill>
                  <a:srgbClr val="0099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034" name="Group 1033">
                <a:extLst>
                  <a:ext uri="{FF2B5EF4-FFF2-40B4-BE49-F238E27FC236}">
                    <a16:creationId xmlns:a16="http://schemas.microsoft.com/office/drawing/2014/main" id="{4AEC864E-C652-82F3-EB4F-CF2590656F27}"/>
                  </a:ext>
                </a:extLst>
              </p:cNvPr>
              <p:cNvGrpSpPr/>
              <p:nvPr/>
            </p:nvGrpSpPr>
            <p:grpSpPr>
              <a:xfrm>
                <a:off x="4298398" y="1785898"/>
                <a:ext cx="187307" cy="191250"/>
                <a:chOff x="5540016" y="2694679"/>
                <a:chExt cx="187307" cy="191250"/>
              </a:xfrm>
            </p:grpSpPr>
            <p:sp>
              <p:nvSpPr>
                <p:cNvPr id="1035" name="Oval 1034">
                  <a:extLst>
                    <a:ext uri="{FF2B5EF4-FFF2-40B4-BE49-F238E27FC236}">
                      <a16:creationId xmlns:a16="http://schemas.microsoft.com/office/drawing/2014/main" id="{2C29C4E2-BD4D-5BBE-A901-9FD6841685A6}"/>
                    </a:ext>
                  </a:extLst>
                </p:cNvPr>
                <p:cNvSpPr/>
                <p:nvPr/>
              </p:nvSpPr>
              <p:spPr>
                <a:xfrm>
                  <a:off x="5544443" y="2694679"/>
                  <a:ext cx="182880" cy="182880"/>
                </a:xfrm>
                <a:prstGeom prst="ellipse">
                  <a:avLst/>
                </a:prstGeom>
                <a:solidFill>
                  <a:srgbClr val="0099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6" name="Pie 1035">
                  <a:extLst>
                    <a:ext uri="{FF2B5EF4-FFF2-40B4-BE49-F238E27FC236}">
                      <a16:creationId xmlns:a16="http://schemas.microsoft.com/office/drawing/2014/main" id="{775AF697-47B8-F7A0-5328-8A9DB5A2FB2E}"/>
                    </a:ext>
                  </a:extLst>
                </p:cNvPr>
                <p:cNvSpPr/>
                <p:nvPr/>
              </p:nvSpPr>
              <p:spPr>
                <a:xfrm>
                  <a:off x="5540016" y="2703049"/>
                  <a:ext cx="182880" cy="182880"/>
                </a:xfrm>
                <a:prstGeom prst="pie">
                  <a:avLst>
                    <a:gd name="adj1" fmla="val 2847946"/>
                    <a:gd name="adj2" fmla="val 13720470"/>
                  </a:avLst>
                </a:prstGeom>
                <a:solidFill>
                  <a:srgbClr val="95B176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037" name="Group 1036">
                <a:extLst>
                  <a:ext uri="{FF2B5EF4-FFF2-40B4-BE49-F238E27FC236}">
                    <a16:creationId xmlns:a16="http://schemas.microsoft.com/office/drawing/2014/main" id="{91E98EE6-D234-3800-3D62-D956B47BEC83}"/>
                  </a:ext>
                </a:extLst>
              </p:cNvPr>
              <p:cNvGrpSpPr/>
              <p:nvPr/>
            </p:nvGrpSpPr>
            <p:grpSpPr>
              <a:xfrm>
                <a:off x="5230676" y="1790412"/>
                <a:ext cx="184936" cy="184708"/>
                <a:chOff x="6103787" y="2596095"/>
                <a:chExt cx="184936" cy="184708"/>
              </a:xfrm>
            </p:grpSpPr>
            <p:sp>
              <p:nvSpPr>
                <p:cNvPr id="1038" name="Oval 1037">
                  <a:extLst>
                    <a:ext uri="{FF2B5EF4-FFF2-40B4-BE49-F238E27FC236}">
                      <a16:creationId xmlns:a16="http://schemas.microsoft.com/office/drawing/2014/main" id="{60242894-0BBB-B045-49D5-E65B91E92AEE}"/>
                    </a:ext>
                  </a:extLst>
                </p:cNvPr>
                <p:cNvSpPr/>
                <p:nvPr/>
              </p:nvSpPr>
              <p:spPr>
                <a:xfrm>
                  <a:off x="6105843" y="2597923"/>
                  <a:ext cx="182880" cy="182880"/>
                </a:xfrm>
                <a:prstGeom prst="ellipse">
                  <a:avLst/>
                </a:prstGeom>
                <a:solidFill>
                  <a:srgbClr val="0099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9" name="Pie 1038">
                  <a:extLst>
                    <a:ext uri="{FF2B5EF4-FFF2-40B4-BE49-F238E27FC236}">
                      <a16:creationId xmlns:a16="http://schemas.microsoft.com/office/drawing/2014/main" id="{D7AD78DB-1EA9-D870-BFE2-7A05197C9EB5}"/>
                    </a:ext>
                  </a:extLst>
                </p:cNvPr>
                <p:cNvSpPr/>
                <p:nvPr/>
              </p:nvSpPr>
              <p:spPr>
                <a:xfrm>
                  <a:off x="6103787" y="2596095"/>
                  <a:ext cx="182880" cy="182880"/>
                </a:xfrm>
                <a:prstGeom prst="pie">
                  <a:avLst>
                    <a:gd name="adj1" fmla="val 2847946"/>
                    <a:gd name="adj2" fmla="val 13720470"/>
                  </a:avLst>
                </a:prstGeom>
                <a:solidFill>
                  <a:srgbClr val="92D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040" name="Group 1039">
                <a:extLst>
                  <a:ext uri="{FF2B5EF4-FFF2-40B4-BE49-F238E27FC236}">
                    <a16:creationId xmlns:a16="http://schemas.microsoft.com/office/drawing/2014/main" id="{A668FAFA-8F44-803F-14A0-0648190A05A9}"/>
                  </a:ext>
                </a:extLst>
              </p:cNvPr>
              <p:cNvGrpSpPr/>
              <p:nvPr/>
            </p:nvGrpSpPr>
            <p:grpSpPr>
              <a:xfrm>
                <a:off x="4997946" y="1793125"/>
                <a:ext cx="184238" cy="183742"/>
                <a:chOff x="5910973" y="2935952"/>
                <a:chExt cx="184238" cy="183742"/>
              </a:xfrm>
            </p:grpSpPr>
            <p:sp>
              <p:nvSpPr>
                <p:cNvPr id="1041" name="Oval 1040">
                  <a:extLst>
                    <a:ext uri="{FF2B5EF4-FFF2-40B4-BE49-F238E27FC236}">
                      <a16:creationId xmlns:a16="http://schemas.microsoft.com/office/drawing/2014/main" id="{5AED105E-1DBE-7DB3-09F6-558EAF070554}"/>
                    </a:ext>
                  </a:extLst>
                </p:cNvPr>
                <p:cNvSpPr/>
                <p:nvPr/>
              </p:nvSpPr>
              <p:spPr>
                <a:xfrm>
                  <a:off x="5912331" y="2936814"/>
                  <a:ext cx="182880" cy="18288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42" name="Pie 1041">
                  <a:extLst>
                    <a:ext uri="{FF2B5EF4-FFF2-40B4-BE49-F238E27FC236}">
                      <a16:creationId xmlns:a16="http://schemas.microsoft.com/office/drawing/2014/main" id="{5634205D-E841-1472-D1A2-CFC82D92430A}"/>
                    </a:ext>
                  </a:extLst>
                </p:cNvPr>
                <p:cNvSpPr/>
                <p:nvPr/>
              </p:nvSpPr>
              <p:spPr>
                <a:xfrm>
                  <a:off x="5910973" y="2935952"/>
                  <a:ext cx="182880" cy="182880"/>
                </a:xfrm>
                <a:prstGeom prst="pie">
                  <a:avLst>
                    <a:gd name="adj1" fmla="val 2847946"/>
                    <a:gd name="adj2" fmla="val 13720470"/>
                  </a:avLst>
                </a:prstGeom>
                <a:solidFill>
                  <a:srgbClr val="0099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043" name="Rectangle 1042">
                <a:extLst>
                  <a:ext uri="{FF2B5EF4-FFF2-40B4-BE49-F238E27FC236}">
                    <a16:creationId xmlns:a16="http://schemas.microsoft.com/office/drawing/2014/main" id="{933AC591-A644-10D0-449D-B966176DDF48}"/>
                  </a:ext>
                </a:extLst>
              </p:cNvPr>
              <p:cNvSpPr/>
              <p:nvPr/>
            </p:nvSpPr>
            <p:spPr>
              <a:xfrm>
                <a:off x="4237731" y="1212385"/>
                <a:ext cx="553580" cy="29307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44" name="Rectangle 1043">
                <a:extLst>
                  <a:ext uri="{FF2B5EF4-FFF2-40B4-BE49-F238E27FC236}">
                    <a16:creationId xmlns:a16="http://schemas.microsoft.com/office/drawing/2014/main" id="{278A8708-0395-5097-ADED-EA096380BCA4}"/>
                  </a:ext>
                </a:extLst>
              </p:cNvPr>
              <p:cNvSpPr/>
              <p:nvPr/>
            </p:nvSpPr>
            <p:spPr>
              <a:xfrm>
                <a:off x="4237731" y="1733591"/>
                <a:ext cx="553580" cy="29307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45" name="Rectangle 1044">
                <a:extLst>
                  <a:ext uri="{FF2B5EF4-FFF2-40B4-BE49-F238E27FC236}">
                    <a16:creationId xmlns:a16="http://schemas.microsoft.com/office/drawing/2014/main" id="{E84777B1-19F5-3011-A8D1-14E2DA571183}"/>
                  </a:ext>
                </a:extLst>
              </p:cNvPr>
              <p:cNvSpPr/>
              <p:nvPr/>
            </p:nvSpPr>
            <p:spPr>
              <a:xfrm>
                <a:off x="4923401" y="1212385"/>
                <a:ext cx="553580" cy="29307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46" name="Rectangle 1045">
                <a:extLst>
                  <a:ext uri="{FF2B5EF4-FFF2-40B4-BE49-F238E27FC236}">
                    <a16:creationId xmlns:a16="http://schemas.microsoft.com/office/drawing/2014/main" id="{8ABF6B40-09E5-EB29-C52D-8E2FE8B64C21}"/>
                  </a:ext>
                </a:extLst>
              </p:cNvPr>
              <p:cNvSpPr/>
              <p:nvPr/>
            </p:nvSpPr>
            <p:spPr>
              <a:xfrm>
                <a:off x="4923401" y="1733591"/>
                <a:ext cx="553580" cy="29307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48" name="Straight Arrow Connector 1047">
                <a:extLst>
                  <a:ext uri="{FF2B5EF4-FFF2-40B4-BE49-F238E27FC236}">
                    <a16:creationId xmlns:a16="http://schemas.microsoft.com/office/drawing/2014/main" id="{30D1B78D-C84D-F8FC-7B8A-CE5E9A83A2C7}"/>
                  </a:ext>
                </a:extLst>
              </p:cNvPr>
              <p:cNvCxnSpPr>
                <a:cxnSpLocks/>
                <a:stCxn id="1043" idx="2"/>
                <a:endCxn id="1044" idx="0"/>
              </p:cNvCxnSpPr>
              <p:nvPr/>
            </p:nvCxnSpPr>
            <p:spPr>
              <a:xfrm>
                <a:off x="4514521" y="1505455"/>
                <a:ext cx="0" cy="22813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Straight Arrow Connector 1050">
                <a:extLst>
                  <a:ext uri="{FF2B5EF4-FFF2-40B4-BE49-F238E27FC236}">
                    <a16:creationId xmlns:a16="http://schemas.microsoft.com/office/drawing/2014/main" id="{098E537F-7ED6-8C71-33D6-854A4E26D338}"/>
                  </a:ext>
                </a:extLst>
              </p:cNvPr>
              <p:cNvCxnSpPr>
                <a:cxnSpLocks/>
                <a:stCxn id="1045" idx="2"/>
                <a:endCxn id="1046" idx="0"/>
              </p:cNvCxnSpPr>
              <p:nvPr/>
            </p:nvCxnSpPr>
            <p:spPr>
              <a:xfrm>
                <a:off x="5200191" y="1505455"/>
                <a:ext cx="0" cy="22813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91" name="TextBox 1090">
              <a:extLst>
                <a:ext uri="{FF2B5EF4-FFF2-40B4-BE49-F238E27FC236}">
                  <a16:creationId xmlns:a16="http://schemas.microsoft.com/office/drawing/2014/main" id="{06150295-9E29-A645-732E-005A23044E0F}"/>
                </a:ext>
              </a:extLst>
            </p:cNvPr>
            <p:cNvSpPr txBox="1"/>
            <p:nvPr/>
          </p:nvSpPr>
          <p:spPr>
            <a:xfrm>
              <a:off x="607742" y="5093374"/>
              <a:ext cx="7734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Parents</a:t>
              </a:r>
            </a:p>
          </p:txBody>
        </p:sp>
        <p:sp>
          <p:nvSpPr>
            <p:cNvPr id="1092" name="TextBox 1091">
              <a:extLst>
                <a:ext uri="{FF2B5EF4-FFF2-40B4-BE49-F238E27FC236}">
                  <a16:creationId xmlns:a16="http://schemas.microsoft.com/office/drawing/2014/main" id="{CA845F53-6894-B52F-DB2E-72C2AD230F00}"/>
                </a:ext>
              </a:extLst>
            </p:cNvPr>
            <p:cNvSpPr txBox="1"/>
            <p:nvPr/>
          </p:nvSpPr>
          <p:spPr>
            <a:xfrm>
              <a:off x="547225" y="5630746"/>
              <a:ext cx="85068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Children</a:t>
              </a:r>
            </a:p>
          </p:txBody>
        </p:sp>
      </p:grpSp>
      <p:sp>
        <p:nvSpPr>
          <p:cNvPr id="1094" name="TextBox 1093">
            <a:extLst>
              <a:ext uri="{FF2B5EF4-FFF2-40B4-BE49-F238E27FC236}">
                <a16:creationId xmlns:a16="http://schemas.microsoft.com/office/drawing/2014/main" id="{BB7B1DD7-D504-DE98-404D-C0368258918D}"/>
              </a:ext>
            </a:extLst>
          </p:cNvPr>
          <p:cNvSpPr txBox="1"/>
          <p:nvPr/>
        </p:nvSpPr>
        <p:spPr>
          <a:xfrm>
            <a:off x="5010392" y="922220"/>
            <a:ext cx="45366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5. Remove unfit individuals, add new random individuals</a:t>
            </a:r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E63E56E9-CE62-CF08-20F7-B9E620243727}"/>
              </a:ext>
            </a:extLst>
          </p:cNvPr>
          <p:cNvSpPr txBox="1"/>
          <p:nvPr/>
        </p:nvSpPr>
        <p:spPr>
          <a:xfrm>
            <a:off x="4879987" y="3016105"/>
            <a:ext cx="534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6. Update search bounds (every 10 generations, if no improvement)</a:t>
            </a: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CDC0C9DA-E47C-94D6-6785-A81096A67C6B}"/>
              </a:ext>
            </a:extLst>
          </p:cNvPr>
          <p:cNvSpPr txBox="1"/>
          <p:nvPr/>
        </p:nvSpPr>
        <p:spPr>
          <a:xfrm>
            <a:off x="4879987" y="3658340"/>
            <a:ext cx="225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Repeat for 100 generations</a:t>
            </a:r>
          </a:p>
        </p:txBody>
      </p:sp>
    </p:spTree>
    <p:extLst>
      <p:ext uri="{BB962C8B-B14F-4D97-AF65-F5344CB8AC3E}">
        <p14:creationId xmlns:p14="http://schemas.microsoft.com/office/powerpoint/2010/main" val="1862930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3183</TotalTime>
  <Words>269</Words>
  <Application>Microsoft Macintosh PowerPoint</Application>
  <PresentationFormat>Widescreen</PresentationFormat>
  <Paragraphs>65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Courier New</vt:lpstr>
      <vt:lpstr>Garamond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Carla Becker</dc:creator>
  <cp:lastModifiedBy>Carla Becker</cp:lastModifiedBy>
  <cp:revision>4</cp:revision>
  <dcterms:created xsi:type="dcterms:W3CDTF">2026-02-07T11:19:11Z</dcterms:created>
  <dcterms:modified xsi:type="dcterms:W3CDTF">2026-02-09T16:22:31Z</dcterms:modified>
</cp:coreProperties>
</file>
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5"/>
  </p:notesMasterIdLst>
  <p:sldIdLst>
    <p:sldId id="257" r:id="rId2"/>
    <p:sldId id="259" r:id="rId3"/>
    <p:sldId id="260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84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8001"/>
    <a:srgbClr val="E3F1D9"/>
    <a:srgbClr val="276113"/>
    <a:srgbClr val="686909"/>
    <a:srgbClr val="818105"/>
    <a:srgbClr val="A5A5A5"/>
    <a:srgbClr val="009900"/>
    <a:srgbClr val="95B17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460"/>
    <p:restoredTop sz="94657"/>
  </p:normalViewPr>
  <p:slideViewPr>
    <p:cSldViewPr snapToGrid="0" showGuides="1">
      <p:cViewPr>
        <p:scale>
          <a:sx n="103" d="100"/>
          <a:sy n="103" d="100"/>
        </p:scale>
        <p:origin x="1856" y="944"/>
      </p:cViewPr>
      <p:guideLst>
        <p:guide orient="horz" pos="2184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7466312-0F8E-7940-8008-39E0B0F8F153}" type="datetimeFigureOut">
              <a:rPr lang="en-US" smtClean="0"/>
              <a:t>2/9/26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6C47896-FE99-494D-A15D-F38CBDE21D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76500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C47896-FE99-494D-A15D-F38CBDE21D26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339288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25A9FA-153B-D16C-FE92-E1B2782B49C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D0D4CAD-DE58-06C9-5365-2023545B92D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1D44AB-F090-8295-3F52-D939BFAC3F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7906C0-2686-9749-9EE7-1DAA15C6E892}" type="datetimeFigureOut">
              <a:rPr lang="en-US" smtClean="0"/>
              <a:t>2/7/26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A94A0B-BF93-FE43-71A1-D0D394D12F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1E16D9-BCAD-6B1F-8165-B475CB8B55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1F9B5C-16AF-BB4E-887F-12781A59EC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88703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E181B0-2F6B-5543-5E9F-0773AF7B54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70E499-2077-02D5-7541-2A3040A44A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986E17-5F78-2D84-421D-8D2C2C2A6B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7906C0-2686-9749-9EE7-1DAA15C6E892}" type="datetimeFigureOut">
              <a:rPr lang="en-US" smtClean="0"/>
              <a:t>2/7/26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BDFB72-4A7F-AFEE-7CAB-1F0D2F5D1B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7F7BFB-BE06-393C-85C6-706BBCFA9C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1F9B5C-16AF-BB4E-887F-12781A59EC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58620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D716CE-8936-CE2B-2BBA-4CE361CFA9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36FF685-F56E-391B-850E-EB2F6D6A38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6C21C5A-6F95-868B-1334-84A75BCD57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7906C0-2686-9749-9EE7-1DAA15C6E892}" type="datetimeFigureOut">
              <a:rPr lang="en-US" smtClean="0"/>
              <a:t>2/7/26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7893A4-40F9-BA5D-6D3E-4F14773631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E214CD-325D-9B5B-F6B8-AF1EDF3174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1F9B5C-16AF-BB4E-887F-12781A59EC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42587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373BF2-22A8-9821-3287-4B678D85D5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FBA0F1-E7B5-0763-E234-B38AE3CE328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8473159-E81B-AF32-F168-CB6110DF799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DC99E8E-70F6-9662-154C-25CA8E8334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7906C0-2686-9749-9EE7-1DAA15C6E892}" type="datetimeFigureOut">
              <a:rPr lang="en-US" smtClean="0"/>
              <a:t>2/7/26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0FA7692-7A6B-FEC1-4DC6-45D4F7EFFF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4DFD606-AA7D-A384-25CB-5A8634E77B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1F9B5C-16AF-BB4E-887F-12781A59EC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89904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5D0A1F-CF00-072F-4090-23FCB8C284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DF8553F-FB85-4C56-50C1-81E4BE0C912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D594919-5FCF-3439-ADA0-CAA02E8D547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97C43C6-8FA2-29CE-4794-ED4C2A7FC4E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23B0E56-3E9B-9516-255C-BB63F192C7B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F235C5E-9891-1045-4EBE-5291833DB2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7906C0-2686-9749-9EE7-1DAA15C6E892}" type="datetimeFigureOut">
              <a:rPr lang="en-US" smtClean="0"/>
              <a:t>2/7/26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EED03A2-B5D4-5CD1-1558-49B9034927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D2502BB-25ED-5E8E-1E7B-0F097AB2AB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1F9B5C-16AF-BB4E-887F-12781A59EC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0450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435063-9B84-39F5-C67B-36383E8F95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F579BC1-B24A-1E0D-7A11-70691B18AB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7906C0-2686-9749-9EE7-1DAA15C6E892}" type="datetimeFigureOut">
              <a:rPr lang="en-US" smtClean="0"/>
              <a:t>2/7/26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C403807-FD2F-7D2B-222A-787D4D91CE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2732C5-670C-8BAB-B391-3335D2451D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1F9B5C-16AF-BB4E-887F-12781A59EC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6103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07B8BB7-C966-0C26-BAC5-A16BB09B88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7906C0-2686-9749-9EE7-1DAA15C6E892}" type="datetimeFigureOut">
              <a:rPr lang="en-US" smtClean="0"/>
              <a:t>2/7/26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E36F6DB-2A72-B684-BE0D-F29685AD60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D03B1B6-AF07-5ED9-A425-24ACC1AE4D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1F9B5C-16AF-BB4E-887F-12781A59EC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54079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3FD0AC-BFE2-8954-B943-AB1183B736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B1920D-720A-5178-7AD7-A8E6F2481C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9441BFA-C068-9B84-505E-93585D706B5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B17584B-7AAF-DA20-F7E8-06EFE17B3E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7906C0-2686-9749-9EE7-1DAA15C6E892}" type="datetimeFigureOut">
              <a:rPr lang="en-US" smtClean="0"/>
              <a:t>2/7/26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9363D0F-2E3E-6D3E-16C6-ECEEC19919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44F7917-BB59-D1CD-7AA5-7924B9D79B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1F9B5C-16AF-BB4E-887F-12781A59EC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40920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C54FA8-9784-979E-D52C-F85A5E0BB9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26FF944-8327-AFB5-8393-AC5DFCE1536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B0D6EA8-3642-B88B-C42C-07144BD57F5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0165A29-D8BE-904B-65C1-93DA970EE9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7906C0-2686-9749-9EE7-1DAA15C6E892}" type="datetimeFigureOut">
              <a:rPr lang="en-US" smtClean="0"/>
              <a:t>2/7/26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387E672-D265-9A45-2947-476E525FE9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F30660C-51F8-9FD1-3960-E60B123879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1F9B5C-16AF-BB4E-887F-12781A59EC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92374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8C3C0D-B20D-1D17-738E-644D6B4C86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16A3570-6B18-0A86-5B9F-79C26A3BA26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53ADC3D-69C4-9121-2047-BF3667AB63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7906C0-2686-9749-9EE7-1DAA15C6E892}" type="datetimeFigureOut">
              <a:rPr lang="en-US" smtClean="0"/>
              <a:t>2/7/26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ED6AA6-E2C0-17F9-49DB-E6A1687DD9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190CBA-9720-EBAA-4BA9-559F9314A2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1F9B5C-16AF-BB4E-887F-12781A59EC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85153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86E8E78-6969-F532-0EBF-0E9BFB7BC34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3D55708-E25A-5C24-E409-F55E4735FC6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FF63D45-A110-69C7-EA2B-4B34069570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7906C0-2686-9749-9EE7-1DAA15C6E892}" type="datetimeFigureOut">
              <a:rPr lang="en-US" smtClean="0"/>
              <a:t>2/7/26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D880749-E007-FFF9-36B4-E04ED93A52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D80F16-8A2E-FB80-E3D7-0B0DE628EA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1F9B5C-16AF-BB4E-887F-12781A59EC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59719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04F02D5-2B10-8982-7168-E27EF61969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79F1DAF-73F8-ECF6-EA65-BD9AAE0A4B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BEC8C9-C344-A4DE-1B22-BDEBB57D2E8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87906C0-2686-9749-9EE7-1DAA15C6E892}" type="datetimeFigureOut">
              <a:rPr lang="en-US" smtClean="0"/>
              <a:t>2/7/26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48E5A5-3BF6-EFFB-C0F5-70D7FB04124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5AEF47-75F8-24EB-2494-C0FE6EAA2F3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A1F9B5C-16AF-BB4E-887F-12781A59EC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30916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B1AFB8-EEB1-4895-69E6-00170D9BF8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6FC7867-736B-2539-F088-C7112AD4864F}"/>
              </a:ext>
            </a:extLst>
          </p:cNvPr>
          <p:cNvSpPr/>
          <p:nvPr/>
        </p:nvSpPr>
        <p:spPr>
          <a:xfrm>
            <a:off x="4265341" y="937076"/>
            <a:ext cx="3661318" cy="5282662"/>
          </a:xfrm>
          <a:prstGeom prst="rect">
            <a:avLst/>
          </a:prstGeom>
          <a:solidFill>
            <a:srgbClr val="818105">
              <a:alpha val="14902"/>
            </a:srgbClr>
          </a:solidFill>
          <a:ln w="28575">
            <a:solidFill>
              <a:srgbClr val="81810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37EA7AE-E0FC-4B3C-7323-49E9E8926679}"/>
              </a:ext>
            </a:extLst>
          </p:cNvPr>
          <p:cNvSpPr/>
          <p:nvPr/>
        </p:nvSpPr>
        <p:spPr>
          <a:xfrm>
            <a:off x="8113048" y="937077"/>
            <a:ext cx="3661317" cy="5282661"/>
          </a:xfrm>
          <a:prstGeom prst="rect">
            <a:avLst/>
          </a:prstGeom>
          <a:solidFill>
            <a:srgbClr val="002060">
              <a:alpha val="14902"/>
            </a:srgbClr>
          </a:solidFill>
          <a:ln w="28575"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5BFA965-E9AD-EF92-AB78-8EE12A813F00}"/>
              </a:ext>
            </a:extLst>
          </p:cNvPr>
          <p:cNvSpPr/>
          <p:nvPr/>
        </p:nvSpPr>
        <p:spPr>
          <a:xfrm>
            <a:off x="417631" y="937076"/>
            <a:ext cx="3661317" cy="5282662"/>
          </a:xfrm>
          <a:prstGeom prst="rect">
            <a:avLst/>
          </a:prstGeom>
          <a:solidFill>
            <a:srgbClr val="008001">
              <a:alpha val="14902"/>
            </a:srgbClr>
          </a:solidFill>
          <a:ln w="28575">
            <a:solidFill>
              <a:srgbClr val="00800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939010B-5C2B-E799-AC8D-66CCBBCE9B44}"/>
              </a:ext>
            </a:extLst>
          </p:cNvPr>
          <p:cNvSpPr txBox="1"/>
          <p:nvPr/>
        </p:nvSpPr>
        <p:spPr>
          <a:xfrm>
            <a:off x="255266" y="328545"/>
            <a:ext cx="11681467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600" b="1" dirty="0">
                <a:solidFill>
                  <a:srgbClr val="002060"/>
                </a:solidFill>
              </a:rPr>
              <a:t>Optimizing Irrigation &amp; Fertilizer Strategy via Crop Model + Genetic Algorithm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3805030F-1C44-4441-6C1D-AD0F91AFE84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2275"/>
          <a:stretch>
            <a:fillRect/>
          </a:stretch>
        </p:blipFill>
        <p:spPr bwMode="auto">
          <a:xfrm>
            <a:off x="3111876" y="2022973"/>
            <a:ext cx="880929" cy="16989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A4FD38A-D967-FFDB-23A8-2625D7B09147}"/>
              </a:ext>
            </a:extLst>
          </p:cNvPr>
          <p:cNvSpPr txBox="1"/>
          <p:nvPr/>
        </p:nvSpPr>
        <p:spPr>
          <a:xfrm>
            <a:off x="1661532" y="6375566"/>
            <a:ext cx="302890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rgbClr val="002060"/>
                </a:solidFill>
              </a:rPr>
              <a:t>Carla J. Becker, Tarek I. </a:t>
            </a:r>
            <a:r>
              <a:rPr lang="en-US" sz="1400" dirty="0" err="1">
                <a:solidFill>
                  <a:srgbClr val="002060"/>
                </a:solidFill>
              </a:rPr>
              <a:t>Zohdi</a:t>
            </a:r>
            <a:r>
              <a:rPr lang="en-US" sz="1400" dirty="0">
                <a:solidFill>
                  <a:srgbClr val="002060"/>
                </a:solidFill>
              </a:rPr>
              <a:t> (2026)</a:t>
            </a:r>
          </a:p>
        </p:txBody>
      </p:sp>
      <p:pic>
        <p:nvPicPr>
          <p:cNvPr id="3076" name="Picture 4" descr="Blue UC Berkeley wordmark on a white background">
            <a:extLst>
              <a:ext uri="{FF2B5EF4-FFF2-40B4-BE49-F238E27FC236}">
                <a16:creationId xmlns:a16="http://schemas.microsoft.com/office/drawing/2014/main" id="{048F9889-7857-810D-DBD2-98C7EE3747D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269" t="39187" r="15185" b="39797"/>
          <a:stretch>
            <a:fillRect/>
          </a:stretch>
        </p:blipFill>
        <p:spPr bwMode="auto">
          <a:xfrm>
            <a:off x="387895" y="6413969"/>
            <a:ext cx="1193720" cy="2309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E430F72-C921-9F8C-682D-0BEBC275EC61}"/>
              </a:ext>
            </a:extLst>
          </p:cNvPr>
          <p:cNvSpPr txBox="1"/>
          <p:nvPr/>
        </p:nvSpPr>
        <p:spPr>
          <a:xfrm>
            <a:off x="530227" y="5154567"/>
            <a:ext cx="3436124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9525"/>
            <a:r>
              <a:rPr lang="en-US" sz="1400" b="1" dirty="0">
                <a:solidFill>
                  <a:schemeClr val="accent3">
                    <a:lumMod val="50000"/>
                  </a:schemeClr>
                </a:solidFill>
              </a:rPr>
              <a:t>Delayed nutrient absorption </a:t>
            </a:r>
          </a:p>
          <a:p>
            <a:pPr marL="9525"/>
            <a:r>
              <a:rPr lang="en-US" sz="1400" dirty="0">
                <a:solidFill>
                  <a:srgbClr val="008001"/>
                </a:solidFill>
              </a:rPr>
              <a:t>via FIR convolution</a:t>
            </a:r>
          </a:p>
          <a:p>
            <a:pPr marL="9525" algn="r"/>
            <a:r>
              <a:rPr lang="en-US" sz="1400" b="1" dirty="0">
                <a:solidFill>
                  <a:schemeClr val="accent3">
                    <a:lumMod val="50000"/>
                  </a:schemeClr>
                </a:solidFill>
              </a:rPr>
              <a:t>Cumulative stress tracking</a:t>
            </a:r>
          </a:p>
          <a:p>
            <a:pPr marL="9525" algn="r"/>
            <a:r>
              <a:rPr lang="en-US" sz="1400" dirty="0">
                <a:solidFill>
                  <a:srgbClr val="008001"/>
                </a:solidFill>
              </a:rPr>
              <a:t>via EMA filtering</a:t>
            </a:r>
          </a:p>
        </p:txBody>
      </p:sp>
      <p:grpSp>
        <p:nvGrpSpPr>
          <p:cNvPr id="41" name="Group 40">
            <a:extLst>
              <a:ext uri="{FF2B5EF4-FFF2-40B4-BE49-F238E27FC236}">
                <a16:creationId xmlns:a16="http://schemas.microsoft.com/office/drawing/2014/main" id="{F9F3E4EE-7E03-9B7B-2546-E51E6AE165B5}"/>
              </a:ext>
            </a:extLst>
          </p:cNvPr>
          <p:cNvGrpSpPr/>
          <p:nvPr/>
        </p:nvGrpSpPr>
        <p:grpSpPr>
          <a:xfrm>
            <a:off x="465322" y="2167078"/>
            <a:ext cx="3560775" cy="2861036"/>
            <a:chOff x="452188" y="3219952"/>
            <a:chExt cx="3560775" cy="2861036"/>
          </a:xfrm>
        </p:grpSpPr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B01DB511-2B76-9514-D883-D0F91634C159}"/>
                </a:ext>
              </a:extLst>
            </p:cNvPr>
            <p:cNvSpPr/>
            <p:nvPr/>
          </p:nvSpPr>
          <p:spPr>
            <a:xfrm>
              <a:off x="1586877" y="4488029"/>
              <a:ext cx="1417288" cy="1328739"/>
            </a:xfrm>
            <a:prstGeom prst="rect">
              <a:avLst/>
            </a:prstGeom>
            <a:solidFill>
              <a:srgbClr val="008001">
                <a:alpha val="14902"/>
              </a:srgbClr>
            </a:solidFill>
            <a:ln w="28575">
              <a:solidFill>
                <a:srgbClr val="00800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en-US" dirty="0">
                <a:solidFill>
                  <a:srgbClr val="818105"/>
                </a:solidFill>
              </a:endParaRP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F4CA813A-B5A9-B7C5-AFCC-4C0072A06A8E}"/>
                </a:ext>
              </a:extLst>
            </p:cNvPr>
            <p:cNvSpPr txBox="1"/>
            <p:nvPr/>
          </p:nvSpPr>
          <p:spPr>
            <a:xfrm>
              <a:off x="1540186" y="3219952"/>
              <a:ext cx="1510670" cy="83099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b="1" dirty="0">
                  <a:solidFill>
                    <a:srgbClr val="008001"/>
                  </a:solidFill>
                </a:rPr>
                <a:t>Input disturbances</a:t>
              </a:r>
            </a:p>
            <a:p>
              <a:pPr marL="120650" indent="-111125">
                <a:buFont typeface="Arial" panose="020B0604020202020204" pitchFamily="34" charset="0"/>
                <a:buChar char="•"/>
              </a:pPr>
              <a:r>
                <a:rPr lang="en-US" sz="1200" dirty="0">
                  <a:solidFill>
                    <a:srgbClr val="008001"/>
                  </a:solidFill>
                </a:rPr>
                <a:t>Precipitation, </a:t>
              </a:r>
              <a:r>
                <a:rPr lang="en-US" sz="1200" i="1" dirty="0">
                  <a:solidFill>
                    <a:srgbClr val="008001"/>
                  </a:solidFill>
                  <a:latin typeface="Garamond" panose="02020404030301010803" pitchFamily="18" charset="0"/>
                </a:rPr>
                <a:t>S</a:t>
              </a:r>
            </a:p>
            <a:p>
              <a:pPr marL="120650" indent="-111125">
                <a:buFont typeface="Arial" panose="020B0604020202020204" pitchFamily="34" charset="0"/>
                <a:buChar char="•"/>
              </a:pPr>
              <a:r>
                <a:rPr lang="en-US" sz="1200" dirty="0">
                  <a:solidFill>
                    <a:srgbClr val="008001"/>
                  </a:solidFill>
                </a:rPr>
                <a:t>Temperature, </a:t>
              </a:r>
              <a:r>
                <a:rPr lang="en-US" sz="1200" i="1" dirty="0">
                  <a:solidFill>
                    <a:srgbClr val="008001"/>
                  </a:solidFill>
                  <a:latin typeface="Garamond" panose="02020404030301010803" pitchFamily="18" charset="0"/>
                </a:rPr>
                <a:t>T</a:t>
              </a:r>
            </a:p>
            <a:p>
              <a:pPr marL="120650" indent="-111125">
                <a:buFont typeface="Arial" panose="020B0604020202020204" pitchFamily="34" charset="0"/>
                <a:buChar char="•"/>
              </a:pPr>
              <a:r>
                <a:rPr lang="en-US" sz="1200" dirty="0">
                  <a:solidFill>
                    <a:srgbClr val="008001"/>
                  </a:solidFill>
                </a:rPr>
                <a:t>Solar radiation, </a:t>
              </a:r>
              <a:r>
                <a:rPr lang="en-US" sz="1200" i="1" dirty="0">
                  <a:solidFill>
                    <a:srgbClr val="008001"/>
                  </a:solidFill>
                  <a:latin typeface="Garamond" panose="02020404030301010803" pitchFamily="18" charset="0"/>
                </a:rPr>
                <a:t>R</a:t>
              </a: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8E13BEB8-BB6C-51E9-16BF-2374323768C7}"/>
                </a:ext>
              </a:extLst>
            </p:cNvPr>
            <p:cNvSpPr txBox="1"/>
            <p:nvPr/>
          </p:nvSpPr>
          <p:spPr>
            <a:xfrm>
              <a:off x="452188" y="4060680"/>
              <a:ext cx="1331423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b="1" dirty="0">
                  <a:solidFill>
                    <a:schemeClr val="accent5"/>
                  </a:solidFill>
                </a:rPr>
                <a:t>Control inputs</a:t>
              </a:r>
            </a:p>
            <a:p>
              <a:pPr marL="120650" indent="-111125">
                <a:buFont typeface="Arial" panose="020B0604020202020204" pitchFamily="34" charset="0"/>
                <a:buChar char="•"/>
              </a:pPr>
              <a:r>
                <a:rPr lang="en-US" sz="1200" dirty="0">
                  <a:solidFill>
                    <a:schemeClr val="accent5"/>
                  </a:solidFill>
                </a:rPr>
                <a:t>Irr. freq., </a:t>
              </a:r>
              <a:r>
                <a:rPr lang="en-US" sz="1200" i="1" dirty="0">
                  <a:solidFill>
                    <a:schemeClr val="accent5"/>
                  </a:solidFill>
                  <a:latin typeface="Garamond" panose="02020404030301010803" pitchFamily="18" charset="0"/>
                </a:rPr>
                <a:t>u</a:t>
              </a:r>
              <a:r>
                <a:rPr lang="en-US" sz="1200" i="1" baseline="-25000" dirty="0">
                  <a:solidFill>
                    <a:schemeClr val="accent5"/>
                  </a:solidFill>
                  <a:latin typeface="Garamond" panose="02020404030301010803" pitchFamily="18" charset="0"/>
                </a:rPr>
                <a:t>1</a:t>
              </a:r>
            </a:p>
            <a:p>
              <a:pPr marL="120650" indent="-111125">
                <a:buFont typeface="Arial" panose="020B0604020202020204" pitchFamily="34" charset="0"/>
                <a:buChar char="•"/>
              </a:pPr>
              <a:r>
                <a:rPr lang="en-US" sz="1200" dirty="0">
                  <a:solidFill>
                    <a:schemeClr val="accent5"/>
                  </a:solidFill>
                </a:rPr>
                <a:t>Irr. amt., </a:t>
              </a:r>
              <a:r>
                <a:rPr lang="en-US" sz="1200" i="1" dirty="0">
                  <a:solidFill>
                    <a:schemeClr val="accent5"/>
                  </a:solidFill>
                  <a:latin typeface="Garamond" panose="02020404030301010803" pitchFamily="18" charset="0"/>
                </a:rPr>
                <a:t>u</a:t>
              </a:r>
              <a:r>
                <a:rPr lang="en-US" sz="1200" i="1" baseline="-25000" dirty="0">
                  <a:solidFill>
                    <a:schemeClr val="accent5"/>
                  </a:solidFill>
                  <a:latin typeface="Garamond" panose="02020404030301010803" pitchFamily="18" charset="0"/>
                </a:rPr>
                <a:t>2</a:t>
              </a:r>
              <a:endParaRPr lang="en-US" sz="1200" i="1" dirty="0">
                <a:solidFill>
                  <a:schemeClr val="accent5"/>
                </a:solidFill>
                <a:latin typeface="Garamond" panose="02020404030301010803" pitchFamily="18" charset="0"/>
              </a:endParaRPr>
            </a:p>
            <a:p>
              <a:pPr marL="120650" indent="-111125">
                <a:buFont typeface="Arial" panose="020B0604020202020204" pitchFamily="34" charset="0"/>
                <a:buChar char="•"/>
              </a:pPr>
              <a:r>
                <a:rPr lang="en-US" sz="1200" dirty="0">
                  <a:solidFill>
                    <a:schemeClr val="accent5"/>
                  </a:solidFill>
                </a:rPr>
                <a:t>Fert. freq., </a:t>
              </a:r>
              <a:r>
                <a:rPr lang="en-US" sz="1200" i="1" dirty="0">
                  <a:solidFill>
                    <a:schemeClr val="accent5"/>
                  </a:solidFill>
                  <a:latin typeface="Garamond" panose="02020404030301010803" pitchFamily="18" charset="0"/>
                </a:rPr>
                <a:t>u</a:t>
              </a:r>
              <a:r>
                <a:rPr lang="en-US" sz="1200" i="1" baseline="-25000" dirty="0">
                  <a:solidFill>
                    <a:schemeClr val="accent5"/>
                  </a:solidFill>
                  <a:latin typeface="Garamond" panose="02020404030301010803" pitchFamily="18" charset="0"/>
                </a:rPr>
                <a:t>3</a:t>
              </a:r>
            </a:p>
            <a:p>
              <a:pPr marL="120650" indent="-111125">
                <a:buFont typeface="Arial" panose="020B0604020202020204" pitchFamily="34" charset="0"/>
                <a:buChar char="•"/>
              </a:pPr>
              <a:r>
                <a:rPr lang="en-US" sz="1200" dirty="0">
                  <a:solidFill>
                    <a:schemeClr val="accent5"/>
                  </a:solidFill>
                </a:rPr>
                <a:t>Fert. amt., </a:t>
              </a:r>
              <a:r>
                <a:rPr lang="en-US" sz="1200" i="1" dirty="0">
                  <a:solidFill>
                    <a:schemeClr val="accent5"/>
                  </a:solidFill>
                  <a:latin typeface="Garamond" panose="02020404030301010803" pitchFamily="18" charset="0"/>
                </a:rPr>
                <a:t>u</a:t>
              </a:r>
              <a:r>
                <a:rPr lang="en-US" sz="1200" i="1" baseline="-25000" dirty="0">
                  <a:solidFill>
                    <a:schemeClr val="accent5"/>
                  </a:solidFill>
                  <a:latin typeface="Garamond" panose="02020404030301010803" pitchFamily="18" charset="0"/>
                </a:rPr>
                <a:t>4</a:t>
              </a: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4EFBD736-9DCF-B592-747D-EB728C74B746}"/>
                </a:ext>
              </a:extLst>
            </p:cNvPr>
            <p:cNvSpPr txBox="1"/>
            <p:nvPr/>
          </p:nvSpPr>
          <p:spPr>
            <a:xfrm>
              <a:off x="1635136" y="4544361"/>
              <a:ext cx="1369029" cy="120032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b="1" dirty="0">
                  <a:solidFill>
                    <a:srgbClr val="008001"/>
                  </a:solidFill>
                </a:rPr>
                <a:t>State variables</a:t>
              </a:r>
            </a:p>
            <a:p>
              <a:pPr marL="120650" indent="-111125">
                <a:buFont typeface="Arial" panose="020B0604020202020204" pitchFamily="34" charset="0"/>
                <a:buChar char="•"/>
              </a:pPr>
              <a:r>
                <a:rPr lang="en-US" sz="1200" dirty="0">
                  <a:solidFill>
                    <a:srgbClr val="008001"/>
                  </a:solidFill>
                </a:rPr>
                <a:t>Plant height, </a:t>
              </a:r>
              <a:r>
                <a:rPr lang="en-US" sz="1200" i="1" dirty="0">
                  <a:solidFill>
                    <a:srgbClr val="008001"/>
                  </a:solidFill>
                  <a:latin typeface="Garamond" panose="02020404030301010803" pitchFamily="18" charset="0"/>
                </a:rPr>
                <a:t>h</a:t>
              </a:r>
            </a:p>
            <a:p>
              <a:pPr marL="120650" indent="-111125">
                <a:buFont typeface="Arial" panose="020B0604020202020204" pitchFamily="34" charset="0"/>
                <a:buChar char="•"/>
              </a:pPr>
              <a:r>
                <a:rPr lang="en-US" sz="1200" dirty="0">
                  <a:solidFill>
                    <a:srgbClr val="008001"/>
                  </a:solidFill>
                </a:rPr>
                <a:t>Leaf area, </a:t>
              </a:r>
              <a:r>
                <a:rPr lang="en-US" sz="1200" i="1" dirty="0">
                  <a:solidFill>
                    <a:srgbClr val="008001"/>
                  </a:solidFill>
                  <a:latin typeface="Garamond" panose="02020404030301010803" pitchFamily="18" charset="0"/>
                </a:rPr>
                <a:t>A</a:t>
              </a:r>
            </a:p>
            <a:p>
              <a:pPr marL="120650" indent="-111125">
                <a:buFont typeface="Arial" panose="020B0604020202020204" pitchFamily="34" charset="0"/>
                <a:buChar char="•"/>
              </a:pPr>
              <a:r>
                <a:rPr lang="en-US" sz="1200" dirty="0">
                  <a:solidFill>
                    <a:srgbClr val="008001"/>
                  </a:solidFill>
                </a:rPr>
                <a:t>No. leaves, </a:t>
              </a:r>
              <a:r>
                <a:rPr lang="en-US" sz="1200" i="1" dirty="0">
                  <a:solidFill>
                    <a:srgbClr val="008001"/>
                  </a:solidFill>
                  <a:latin typeface="Garamond" panose="02020404030301010803" pitchFamily="18" charset="0"/>
                </a:rPr>
                <a:t>N</a:t>
              </a:r>
            </a:p>
            <a:p>
              <a:pPr marL="120650" indent="-111125">
                <a:buFont typeface="Arial" panose="020B0604020202020204" pitchFamily="34" charset="0"/>
                <a:buChar char="•"/>
              </a:pPr>
              <a:r>
                <a:rPr lang="en-US" sz="1200" dirty="0">
                  <a:solidFill>
                    <a:srgbClr val="008001"/>
                  </a:solidFill>
                </a:rPr>
                <a:t>Flower size, </a:t>
              </a:r>
              <a:r>
                <a:rPr lang="en-US" sz="1200" i="1" dirty="0">
                  <a:solidFill>
                    <a:srgbClr val="008001"/>
                  </a:solidFill>
                  <a:latin typeface="Garamond" panose="02020404030301010803" pitchFamily="18" charset="0"/>
                </a:rPr>
                <a:t>c</a:t>
              </a:r>
              <a:r>
                <a:rPr lang="en-US" sz="1200" dirty="0">
                  <a:solidFill>
                    <a:srgbClr val="008001"/>
                  </a:solidFill>
                </a:rPr>
                <a:t> </a:t>
              </a:r>
            </a:p>
            <a:p>
              <a:pPr marL="120650" indent="-111125">
                <a:buFont typeface="Arial" panose="020B0604020202020204" pitchFamily="34" charset="0"/>
                <a:buChar char="•"/>
              </a:pPr>
              <a:r>
                <a:rPr lang="en-US" sz="1200" dirty="0">
                  <a:solidFill>
                    <a:srgbClr val="008001"/>
                  </a:solidFill>
                </a:rPr>
                <a:t>Fruit biomass, </a:t>
              </a:r>
              <a:r>
                <a:rPr lang="en-US" sz="1200" i="1" dirty="0">
                  <a:solidFill>
                    <a:srgbClr val="008001"/>
                  </a:solidFill>
                  <a:latin typeface="Garamond" panose="02020404030301010803" pitchFamily="18" charset="0"/>
                </a:rPr>
                <a:t>P</a:t>
              </a:r>
            </a:p>
          </p:txBody>
        </p:sp>
        <p:cxnSp>
          <p:nvCxnSpPr>
            <p:cNvPr id="15" name="Straight Arrow Connector 14">
              <a:extLst>
                <a:ext uri="{FF2B5EF4-FFF2-40B4-BE49-F238E27FC236}">
                  <a16:creationId xmlns:a16="http://schemas.microsoft.com/office/drawing/2014/main" id="{B7A43EC9-5FB3-CC0C-A7BB-C97AE4181FC7}"/>
                </a:ext>
              </a:extLst>
            </p:cNvPr>
            <p:cNvCxnSpPr>
              <a:cxnSpLocks/>
            </p:cNvCxnSpPr>
            <p:nvPr/>
          </p:nvCxnSpPr>
          <p:spPr>
            <a:xfrm>
              <a:off x="1117899" y="5568785"/>
              <a:ext cx="468978" cy="0"/>
            </a:xfrm>
            <a:prstGeom prst="straightConnector1">
              <a:avLst/>
            </a:prstGeom>
            <a:ln w="28575">
              <a:solidFill>
                <a:schemeClr val="accent5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Arrow Connector 15">
              <a:extLst>
                <a:ext uri="{FF2B5EF4-FFF2-40B4-BE49-F238E27FC236}">
                  <a16:creationId xmlns:a16="http://schemas.microsoft.com/office/drawing/2014/main" id="{CCB039B1-867D-1EB9-A186-DA75CFC0C4B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004166" y="5567523"/>
              <a:ext cx="351835" cy="1262"/>
            </a:xfrm>
            <a:prstGeom prst="straightConnector1">
              <a:avLst/>
            </a:prstGeom>
            <a:ln w="28575">
              <a:solidFill>
                <a:srgbClr val="00800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Arrow Connector 20">
              <a:extLst>
                <a:ext uri="{FF2B5EF4-FFF2-40B4-BE49-F238E27FC236}">
                  <a16:creationId xmlns:a16="http://schemas.microsoft.com/office/drawing/2014/main" id="{97896235-4094-FB0B-D923-E8929404038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363726" y="5567523"/>
              <a:ext cx="0" cy="492443"/>
            </a:xfrm>
            <a:prstGeom prst="straightConnector1">
              <a:avLst/>
            </a:prstGeom>
            <a:ln w="28575">
              <a:solidFill>
                <a:srgbClr val="00800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Arrow Connector 21">
              <a:extLst>
                <a:ext uri="{FF2B5EF4-FFF2-40B4-BE49-F238E27FC236}">
                  <a16:creationId xmlns:a16="http://schemas.microsoft.com/office/drawing/2014/main" id="{99785BE5-22A3-FD2A-0222-0ED05E573B7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169896" y="5567523"/>
              <a:ext cx="0" cy="492443"/>
            </a:xfrm>
            <a:prstGeom prst="straightConnector1">
              <a:avLst/>
            </a:prstGeom>
            <a:ln w="28575">
              <a:solidFill>
                <a:srgbClr val="008001"/>
              </a:solidFill>
              <a:tailEnd type="non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Arrow Connector 22">
              <a:extLst>
                <a:ext uri="{FF2B5EF4-FFF2-40B4-BE49-F238E27FC236}">
                  <a16:creationId xmlns:a16="http://schemas.microsoft.com/office/drawing/2014/main" id="{57E295B7-0F28-F727-85DA-E322095554AE}"/>
                </a:ext>
              </a:extLst>
            </p:cNvPr>
            <p:cNvCxnSpPr>
              <a:cxnSpLocks/>
            </p:cNvCxnSpPr>
            <p:nvPr/>
          </p:nvCxnSpPr>
          <p:spPr>
            <a:xfrm>
              <a:off x="1363726" y="6059966"/>
              <a:ext cx="1806170" cy="0"/>
            </a:xfrm>
            <a:prstGeom prst="straightConnector1">
              <a:avLst/>
            </a:prstGeom>
            <a:ln w="28575">
              <a:solidFill>
                <a:srgbClr val="008001"/>
              </a:solidFill>
              <a:tailEnd type="non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Arrow Connector 26">
              <a:extLst>
                <a:ext uri="{FF2B5EF4-FFF2-40B4-BE49-F238E27FC236}">
                  <a16:creationId xmlns:a16="http://schemas.microsoft.com/office/drawing/2014/main" id="{10FCFFC2-911D-3E2B-E4E5-8A60F534F3EA}"/>
                </a:ext>
              </a:extLst>
            </p:cNvPr>
            <p:cNvCxnSpPr>
              <a:cxnSpLocks/>
              <a:endCxn id="10" idx="2"/>
            </p:cNvCxnSpPr>
            <p:nvPr/>
          </p:nvCxnSpPr>
          <p:spPr>
            <a:xfrm flipV="1">
              <a:off x="1117900" y="5076343"/>
              <a:ext cx="0" cy="502920"/>
            </a:xfrm>
            <a:prstGeom prst="straightConnector1">
              <a:avLst/>
            </a:prstGeom>
            <a:ln w="28575">
              <a:solidFill>
                <a:schemeClr val="accent5"/>
              </a:solidFill>
              <a:tailEnd type="non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B6C57EDF-88B9-5C33-A78C-C99745709539}"/>
                </a:ext>
              </a:extLst>
            </p:cNvPr>
            <p:cNvSpPr txBox="1"/>
            <p:nvPr/>
          </p:nvSpPr>
          <p:spPr>
            <a:xfrm>
              <a:off x="3222747" y="5260301"/>
              <a:ext cx="79021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008001"/>
                  </a:solidFill>
                </a:rPr>
                <a:t>Revenue</a:t>
              </a:r>
            </a:p>
            <a:p>
              <a:pPr algn="ctr"/>
              <a:r>
                <a:rPr lang="en-US" sz="1200" b="1" i="1" dirty="0">
                  <a:solidFill>
                    <a:srgbClr val="008001"/>
                  </a:solidFill>
                  <a:latin typeface="Garamond" panose="02020404030301010803" pitchFamily="18" charset="0"/>
                </a:rPr>
                <a:t>$$$</a:t>
              </a:r>
              <a:endParaRPr lang="en-US" sz="1200" i="1" dirty="0">
                <a:solidFill>
                  <a:srgbClr val="008001"/>
                </a:solidFill>
                <a:latin typeface="Garamond" panose="02020404030301010803" pitchFamily="18" charset="0"/>
              </a:endParaRPr>
            </a:p>
          </p:txBody>
        </p:sp>
        <p:cxnSp>
          <p:nvCxnSpPr>
            <p:cNvPr id="33" name="Straight Arrow Connector 32">
              <a:extLst>
                <a:ext uri="{FF2B5EF4-FFF2-40B4-BE49-F238E27FC236}">
                  <a16:creationId xmlns:a16="http://schemas.microsoft.com/office/drawing/2014/main" id="{AA62B7C3-3A2D-C41F-88B3-4492FC73F22E}"/>
                </a:ext>
              </a:extLst>
            </p:cNvPr>
            <p:cNvCxnSpPr>
              <a:cxnSpLocks/>
              <a:stCxn id="9" idx="2"/>
              <a:endCxn id="25" idx="0"/>
            </p:cNvCxnSpPr>
            <p:nvPr/>
          </p:nvCxnSpPr>
          <p:spPr>
            <a:xfrm>
              <a:off x="2295521" y="4050949"/>
              <a:ext cx="0" cy="437080"/>
            </a:xfrm>
            <a:prstGeom prst="straightConnector1">
              <a:avLst/>
            </a:prstGeom>
            <a:ln w="28575">
              <a:solidFill>
                <a:srgbClr val="00800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8C0A5A94-F020-709D-A895-1D53E11B6254}"/>
                </a:ext>
              </a:extLst>
            </p:cNvPr>
            <p:cNvSpPr txBox="1"/>
            <p:nvPr/>
          </p:nvSpPr>
          <p:spPr>
            <a:xfrm>
              <a:off x="1925150" y="5834767"/>
              <a:ext cx="731290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 i="1" dirty="0">
                  <a:solidFill>
                    <a:srgbClr val="008001"/>
                  </a:solidFill>
                </a:rPr>
                <a:t>Feedback</a:t>
              </a:r>
            </a:p>
          </p:txBody>
        </p:sp>
      </p:grpSp>
      <p:sp>
        <p:nvSpPr>
          <p:cNvPr id="42" name="TextBox 41">
            <a:extLst>
              <a:ext uri="{FF2B5EF4-FFF2-40B4-BE49-F238E27FC236}">
                <a16:creationId xmlns:a16="http://schemas.microsoft.com/office/drawing/2014/main" id="{5DAF46A2-52A8-7BB8-34D5-27B45D2D2F9F}"/>
              </a:ext>
            </a:extLst>
          </p:cNvPr>
          <p:cNvSpPr txBox="1"/>
          <p:nvPr/>
        </p:nvSpPr>
        <p:spPr>
          <a:xfrm>
            <a:off x="530227" y="1000291"/>
            <a:ext cx="3436124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accent3">
                    <a:lumMod val="50000"/>
                  </a:schemeClr>
                </a:solidFill>
              </a:rPr>
              <a:t>Crop as Control System | Irrigation &amp; Fertilizer as </a:t>
            </a:r>
            <a:r>
              <a:rPr lang="en-US" b="1" dirty="0">
                <a:solidFill>
                  <a:schemeClr val="accent5"/>
                </a:solidFill>
              </a:rPr>
              <a:t>Inputs</a:t>
            </a:r>
          </a:p>
          <a:p>
            <a:pPr marL="174625" indent="-16510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accent3"/>
                </a:solidFill>
              </a:rPr>
              <a:t>Growth modeled with coupled ODEs</a:t>
            </a:r>
          </a:p>
          <a:p>
            <a:pPr marL="174625" indent="-16510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accent3"/>
                </a:solidFill>
              </a:rPr>
              <a:t>Corn as case study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09FDADC7-88D6-33F2-EDF8-B7BD0364E1F6}"/>
              </a:ext>
            </a:extLst>
          </p:cNvPr>
          <p:cNvSpPr txBox="1"/>
          <p:nvPr/>
        </p:nvSpPr>
        <p:spPr>
          <a:xfrm>
            <a:off x="4377937" y="1000291"/>
            <a:ext cx="3436124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818105"/>
                </a:solidFill>
              </a:rPr>
              <a:t>Find Optimal Irrigation &amp; Fertilizer Inputs with </a:t>
            </a:r>
            <a:r>
              <a:rPr lang="en-US" b="1" dirty="0">
                <a:solidFill>
                  <a:schemeClr val="accent2">
                    <a:lumMod val="75000"/>
                  </a:schemeClr>
                </a:solidFill>
              </a:rPr>
              <a:t>Genetic Algorithm </a:t>
            </a:r>
            <a:r>
              <a:rPr lang="en-US" b="1" dirty="0">
                <a:solidFill>
                  <a:srgbClr val="818105"/>
                </a:solidFill>
              </a:rPr>
              <a:t>Optimization</a:t>
            </a:r>
          </a:p>
          <a:p>
            <a:pPr marL="174625" indent="-16510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818105"/>
                </a:solidFill>
              </a:rPr>
              <a:t>Thousands of simulations of crop growth over a season per GA run</a:t>
            </a:r>
          </a:p>
          <a:p>
            <a:pPr marL="174625" indent="-16510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818105"/>
                </a:solidFill>
              </a:rPr>
              <a:t>Perform 10 GA runs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D4342086-CFD9-413E-E16F-C96255434180}"/>
              </a:ext>
            </a:extLst>
          </p:cNvPr>
          <p:cNvSpPr txBox="1"/>
          <p:nvPr/>
        </p:nvSpPr>
        <p:spPr>
          <a:xfrm>
            <a:off x="8225644" y="1000291"/>
            <a:ext cx="3436124" cy="16619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002060"/>
                </a:solidFill>
              </a:rPr>
              <a:t>Results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dirty="0">
                <a:solidFill>
                  <a:srgbClr val="002060"/>
                </a:solidFill>
              </a:rPr>
              <a:t>16% higher revenue </a:t>
            </a:r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en-US" sz="1400" dirty="0">
                <a:solidFill>
                  <a:srgbClr val="002060"/>
                </a:solidFill>
              </a:rPr>
              <a:t>$999 vs. $859 per acre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dirty="0">
                <a:solidFill>
                  <a:srgbClr val="002060"/>
                </a:solidFill>
              </a:rPr>
              <a:t>17% less irrigation water used</a:t>
            </a:r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en-US" sz="1400" dirty="0">
                <a:solidFill>
                  <a:srgbClr val="002060"/>
                </a:solidFill>
              </a:rPr>
              <a:t>15 vs. 18 inches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dirty="0">
                <a:solidFill>
                  <a:srgbClr val="002060"/>
                </a:solidFill>
              </a:rPr>
              <a:t>32% less fertilizer used</a:t>
            </a:r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en-US" sz="1400" dirty="0">
                <a:solidFill>
                  <a:srgbClr val="002060"/>
                </a:solidFill>
              </a:rPr>
              <a:t>307 vs. 450 </a:t>
            </a:r>
            <a:r>
              <a:rPr lang="en-US" sz="1400" dirty="0" err="1">
                <a:solidFill>
                  <a:srgbClr val="002060"/>
                </a:solidFill>
              </a:rPr>
              <a:t>lbs</a:t>
            </a:r>
            <a:r>
              <a:rPr lang="en-US" sz="1400" dirty="0">
                <a:solidFill>
                  <a:srgbClr val="002060"/>
                </a:solidFill>
              </a:rPr>
              <a:t> per acre</a:t>
            </a:r>
          </a:p>
        </p:txBody>
      </p:sp>
      <p:pic>
        <p:nvPicPr>
          <p:cNvPr id="49" name="Picture 48">
            <a:extLst>
              <a:ext uri="{FF2B5EF4-FFF2-40B4-BE49-F238E27FC236}">
                <a16:creationId xmlns:a16="http://schemas.microsoft.com/office/drawing/2014/main" id="{4DD32071-A64D-8205-E5FC-EB3EA669599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60600" y="4953340"/>
            <a:ext cx="3470799" cy="1128010"/>
          </a:xfrm>
          <a:prstGeom prst="rect">
            <a:avLst/>
          </a:prstGeom>
        </p:spPr>
      </p:pic>
      <p:grpSp>
        <p:nvGrpSpPr>
          <p:cNvPr id="54" name="Group 53">
            <a:extLst>
              <a:ext uri="{FF2B5EF4-FFF2-40B4-BE49-F238E27FC236}">
                <a16:creationId xmlns:a16="http://schemas.microsoft.com/office/drawing/2014/main" id="{01AFDC58-98D3-6A88-1335-40B4C6CFEA2E}"/>
              </a:ext>
            </a:extLst>
          </p:cNvPr>
          <p:cNvGrpSpPr/>
          <p:nvPr/>
        </p:nvGrpSpPr>
        <p:grpSpPr>
          <a:xfrm>
            <a:off x="8552515" y="2662284"/>
            <a:ext cx="2782381" cy="3464120"/>
            <a:chOff x="10138600" y="2533974"/>
            <a:chExt cx="2524440" cy="3097646"/>
          </a:xfrm>
        </p:grpSpPr>
        <p:pic>
          <p:nvPicPr>
            <p:cNvPr id="52" name="Picture 51" descr="A group of graphs showing different types of numbers&#10;&#10;AI-generated content may be incorrect.">
              <a:extLst>
                <a:ext uri="{FF2B5EF4-FFF2-40B4-BE49-F238E27FC236}">
                  <a16:creationId xmlns:a16="http://schemas.microsoft.com/office/drawing/2014/main" id="{FAAC35AC-20F8-1BBA-2773-5A26080BC805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rcRect b="56859"/>
            <a:stretch>
              <a:fillRect/>
            </a:stretch>
          </p:blipFill>
          <p:spPr>
            <a:xfrm>
              <a:off x="10138600" y="2533974"/>
              <a:ext cx="2524440" cy="1661743"/>
            </a:xfrm>
            <a:prstGeom prst="rect">
              <a:avLst/>
            </a:prstGeom>
          </p:spPr>
        </p:pic>
        <p:pic>
          <p:nvPicPr>
            <p:cNvPr id="50" name="Picture 49" descr="A group of graphs showing different types of numbers&#10;&#10;AI-generated content may be incorrect.">
              <a:extLst>
                <a:ext uri="{FF2B5EF4-FFF2-40B4-BE49-F238E27FC236}">
                  <a16:creationId xmlns:a16="http://schemas.microsoft.com/office/drawing/2014/main" id="{EAA8047E-1D48-B608-BCC9-F9A45EAAC568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rcRect t="61608"/>
            <a:stretch>
              <a:fillRect/>
            </a:stretch>
          </p:blipFill>
          <p:spPr>
            <a:xfrm>
              <a:off x="10138600" y="4152799"/>
              <a:ext cx="2524440" cy="1478821"/>
            </a:xfrm>
            <a:prstGeom prst="rect">
              <a:avLst/>
            </a:prstGeom>
          </p:spPr>
        </p:pic>
      </p:grpSp>
      <p:grpSp>
        <p:nvGrpSpPr>
          <p:cNvPr id="3155" name="Group 3154">
            <a:extLst>
              <a:ext uri="{FF2B5EF4-FFF2-40B4-BE49-F238E27FC236}">
                <a16:creationId xmlns:a16="http://schemas.microsoft.com/office/drawing/2014/main" id="{9CC4455D-790F-A36A-36C8-99C175B8EDEF}"/>
              </a:ext>
            </a:extLst>
          </p:cNvPr>
          <p:cNvGrpSpPr/>
          <p:nvPr/>
        </p:nvGrpSpPr>
        <p:grpSpPr>
          <a:xfrm>
            <a:off x="4381886" y="2697345"/>
            <a:ext cx="3453618" cy="1987386"/>
            <a:chOff x="4381886" y="2748147"/>
            <a:chExt cx="3453618" cy="1987386"/>
          </a:xfrm>
        </p:grpSpPr>
        <p:grpSp>
          <p:nvGrpSpPr>
            <p:cNvPr id="3106" name="Group 3105">
              <a:extLst>
                <a:ext uri="{FF2B5EF4-FFF2-40B4-BE49-F238E27FC236}">
                  <a16:creationId xmlns:a16="http://schemas.microsoft.com/office/drawing/2014/main" id="{F732C20A-D79A-7CA3-4FD8-EF15AF09E6F2}"/>
                </a:ext>
              </a:extLst>
            </p:cNvPr>
            <p:cNvGrpSpPr/>
            <p:nvPr/>
          </p:nvGrpSpPr>
          <p:grpSpPr>
            <a:xfrm>
              <a:off x="4381886" y="2748147"/>
              <a:ext cx="822537" cy="820961"/>
              <a:chOff x="4796025" y="2585333"/>
              <a:chExt cx="822537" cy="820961"/>
            </a:xfrm>
          </p:grpSpPr>
          <p:sp>
            <p:nvSpPr>
              <p:cNvPr id="3104" name="Rectangle 3103">
                <a:extLst>
                  <a:ext uri="{FF2B5EF4-FFF2-40B4-BE49-F238E27FC236}">
                    <a16:creationId xmlns:a16="http://schemas.microsoft.com/office/drawing/2014/main" id="{132793C7-89C3-ECFE-2393-529BDDFB972F}"/>
                  </a:ext>
                </a:extLst>
              </p:cNvPr>
              <p:cNvSpPr/>
              <p:nvPr/>
            </p:nvSpPr>
            <p:spPr>
              <a:xfrm>
                <a:off x="4807097" y="2585333"/>
                <a:ext cx="811465" cy="820961"/>
              </a:xfrm>
              <a:prstGeom prst="rect">
                <a:avLst/>
              </a:prstGeom>
              <a:solidFill>
                <a:srgbClr val="818105">
                  <a:alpha val="14902"/>
                </a:srgbClr>
              </a:solidFill>
              <a:ln w="28575">
                <a:solidFill>
                  <a:srgbClr val="818105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en-US" dirty="0"/>
              </a:p>
            </p:txBody>
          </p:sp>
          <p:grpSp>
            <p:nvGrpSpPr>
              <p:cNvPr id="57" name="Group 56">
                <a:extLst>
                  <a:ext uri="{FF2B5EF4-FFF2-40B4-BE49-F238E27FC236}">
                    <a16:creationId xmlns:a16="http://schemas.microsoft.com/office/drawing/2014/main" id="{C89BE0F0-81EE-8D44-D6AB-B973C88EA1BF}"/>
                  </a:ext>
                </a:extLst>
              </p:cNvPr>
              <p:cNvGrpSpPr/>
              <p:nvPr/>
            </p:nvGrpSpPr>
            <p:grpSpPr>
              <a:xfrm>
                <a:off x="4899368" y="2950441"/>
                <a:ext cx="626921" cy="386982"/>
                <a:chOff x="3082299" y="2425000"/>
                <a:chExt cx="1275552" cy="773964"/>
              </a:xfrm>
              <a:solidFill>
                <a:schemeClr val="bg1"/>
              </a:solidFill>
            </p:grpSpPr>
            <p:sp>
              <p:nvSpPr>
                <p:cNvPr id="58" name="Oval 57">
                  <a:extLst>
                    <a:ext uri="{FF2B5EF4-FFF2-40B4-BE49-F238E27FC236}">
                      <a16:creationId xmlns:a16="http://schemas.microsoft.com/office/drawing/2014/main" id="{935EC33E-E35F-3056-7CDA-A6D24668EB5C}"/>
                    </a:ext>
                  </a:extLst>
                </p:cNvPr>
                <p:cNvSpPr/>
                <p:nvPr/>
              </p:nvSpPr>
              <p:spPr>
                <a:xfrm>
                  <a:off x="3082299" y="2527748"/>
                  <a:ext cx="182880" cy="182880"/>
                </a:xfrm>
                <a:prstGeom prst="ellipse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59" name="Oval 58">
                  <a:extLst>
                    <a:ext uri="{FF2B5EF4-FFF2-40B4-BE49-F238E27FC236}">
                      <a16:creationId xmlns:a16="http://schemas.microsoft.com/office/drawing/2014/main" id="{E01E403B-BA9F-880B-EF68-D283B8F82E64}"/>
                    </a:ext>
                  </a:extLst>
                </p:cNvPr>
                <p:cNvSpPr/>
                <p:nvPr/>
              </p:nvSpPr>
              <p:spPr>
                <a:xfrm>
                  <a:off x="3426085" y="2436308"/>
                  <a:ext cx="182880" cy="182880"/>
                </a:xfrm>
                <a:prstGeom prst="ellipse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60" name="Oval 59">
                  <a:extLst>
                    <a:ext uri="{FF2B5EF4-FFF2-40B4-BE49-F238E27FC236}">
                      <a16:creationId xmlns:a16="http://schemas.microsoft.com/office/drawing/2014/main" id="{94A288C3-A10A-8C30-0184-7144A4CD9657}"/>
                    </a:ext>
                  </a:extLst>
                </p:cNvPr>
                <p:cNvSpPr/>
                <p:nvPr/>
              </p:nvSpPr>
              <p:spPr>
                <a:xfrm>
                  <a:off x="3361225" y="2683371"/>
                  <a:ext cx="182880" cy="182880"/>
                </a:xfrm>
                <a:prstGeom prst="ellipse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61" name="Oval 60">
                  <a:extLst>
                    <a:ext uri="{FF2B5EF4-FFF2-40B4-BE49-F238E27FC236}">
                      <a16:creationId xmlns:a16="http://schemas.microsoft.com/office/drawing/2014/main" id="{2F9A879E-488D-F2C8-4186-C734A3C98163}"/>
                    </a:ext>
                  </a:extLst>
                </p:cNvPr>
                <p:cNvSpPr/>
                <p:nvPr/>
              </p:nvSpPr>
              <p:spPr>
                <a:xfrm>
                  <a:off x="3140954" y="2860935"/>
                  <a:ext cx="182880" cy="182880"/>
                </a:xfrm>
                <a:prstGeom prst="ellipse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62" name="Oval 61">
                  <a:extLst>
                    <a:ext uri="{FF2B5EF4-FFF2-40B4-BE49-F238E27FC236}">
                      <a16:creationId xmlns:a16="http://schemas.microsoft.com/office/drawing/2014/main" id="{1928DFC0-4A55-947D-BAE9-413A39A8A842}"/>
                    </a:ext>
                  </a:extLst>
                </p:cNvPr>
                <p:cNvSpPr/>
                <p:nvPr/>
              </p:nvSpPr>
              <p:spPr>
                <a:xfrm>
                  <a:off x="3394458" y="2983985"/>
                  <a:ext cx="182880" cy="182880"/>
                </a:xfrm>
                <a:prstGeom prst="ellipse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63" name="Oval 62">
                  <a:extLst>
                    <a:ext uri="{FF2B5EF4-FFF2-40B4-BE49-F238E27FC236}">
                      <a16:creationId xmlns:a16="http://schemas.microsoft.com/office/drawing/2014/main" id="{8D904997-6A33-CD23-43B1-1CFCBA5BA2DC}"/>
                    </a:ext>
                  </a:extLst>
                </p:cNvPr>
                <p:cNvSpPr/>
                <p:nvPr/>
              </p:nvSpPr>
              <p:spPr>
                <a:xfrm>
                  <a:off x="3729113" y="2925506"/>
                  <a:ext cx="182880" cy="182880"/>
                </a:xfrm>
                <a:prstGeom prst="ellipse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024" name="Oval 1023">
                  <a:extLst>
                    <a:ext uri="{FF2B5EF4-FFF2-40B4-BE49-F238E27FC236}">
                      <a16:creationId xmlns:a16="http://schemas.microsoft.com/office/drawing/2014/main" id="{50796AB8-3A80-8AB6-DE46-3A5253B7675C}"/>
                    </a:ext>
                  </a:extLst>
                </p:cNvPr>
                <p:cNvSpPr/>
                <p:nvPr/>
              </p:nvSpPr>
              <p:spPr>
                <a:xfrm>
                  <a:off x="3630677" y="2678055"/>
                  <a:ext cx="182880" cy="182880"/>
                </a:xfrm>
                <a:prstGeom prst="ellipse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025" name="Oval 1024">
                  <a:extLst>
                    <a:ext uri="{FF2B5EF4-FFF2-40B4-BE49-F238E27FC236}">
                      <a16:creationId xmlns:a16="http://schemas.microsoft.com/office/drawing/2014/main" id="{0E46C854-739A-16F6-71D9-0699E7921917}"/>
                    </a:ext>
                  </a:extLst>
                </p:cNvPr>
                <p:cNvSpPr/>
                <p:nvPr/>
              </p:nvSpPr>
              <p:spPr>
                <a:xfrm>
                  <a:off x="3739745" y="2425000"/>
                  <a:ext cx="182880" cy="182880"/>
                </a:xfrm>
                <a:prstGeom prst="ellipse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027" name="Oval 1026">
                  <a:extLst>
                    <a:ext uri="{FF2B5EF4-FFF2-40B4-BE49-F238E27FC236}">
                      <a16:creationId xmlns:a16="http://schemas.microsoft.com/office/drawing/2014/main" id="{1B2B0DD8-71B7-EBD0-6E4C-90EBAE2B43D8}"/>
                    </a:ext>
                  </a:extLst>
                </p:cNvPr>
                <p:cNvSpPr/>
                <p:nvPr/>
              </p:nvSpPr>
              <p:spPr>
                <a:xfrm>
                  <a:off x="3922625" y="2586615"/>
                  <a:ext cx="182880" cy="182880"/>
                </a:xfrm>
                <a:prstGeom prst="ellipse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028" name="Oval 1027">
                  <a:extLst>
                    <a:ext uri="{FF2B5EF4-FFF2-40B4-BE49-F238E27FC236}">
                      <a16:creationId xmlns:a16="http://schemas.microsoft.com/office/drawing/2014/main" id="{A6FBD137-DB4F-8592-A3F5-FA9908896018}"/>
                    </a:ext>
                  </a:extLst>
                </p:cNvPr>
                <p:cNvSpPr/>
                <p:nvPr/>
              </p:nvSpPr>
              <p:spPr>
                <a:xfrm>
                  <a:off x="4174971" y="2516440"/>
                  <a:ext cx="182880" cy="182880"/>
                </a:xfrm>
                <a:prstGeom prst="ellipse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029" name="Oval 1028">
                  <a:extLst>
                    <a:ext uri="{FF2B5EF4-FFF2-40B4-BE49-F238E27FC236}">
                      <a16:creationId xmlns:a16="http://schemas.microsoft.com/office/drawing/2014/main" id="{C10861BF-2810-92B4-1BD2-C6AF26C62A77}"/>
                    </a:ext>
                  </a:extLst>
                </p:cNvPr>
                <p:cNvSpPr/>
                <p:nvPr/>
              </p:nvSpPr>
              <p:spPr>
                <a:xfrm>
                  <a:off x="4089557" y="2779553"/>
                  <a:ext cx="182880" cy="182880"/>
                </a:xfrm>
                <a:prstGeom prst="ellipse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030" name="Oval 1029">
                  <a:extLst>
                    <a:ext uri="{FF2B5EF4-FFF2-40B4-BE49-F238E27FC236}">
                      <a16:creationId xmlns:a16="http://schemas.microsoft.com/office/drawing/2014/main" id="{A4B5CC41-BE6F-72E1-5B7A-2A4091156467}"/>
                    </a:ext>
                  </a:extLst>
                </p:cNvPr>
                <p:cNvSpPr/>
                <p:nvPr/>
              </p:nvSpPr>
              <p:spPr>
                <a:xfrm>
                  <a:off x="4003433" y="3016084"/>
                  <a:ext cx="182880" cy="182880"/>
                </a:xfrm>
                <a:prstGeom prst="ellipse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3098" name="TextBox 3097">
                <a:extLst>
                  <a:ext uri="{FF2B5EF4-FFF2-40B4-BE49-F238E27FC236}">
                    <a16:creationId xmlns:a16="http://schemas.microsoft.com/office/drawing/2014/main" id="{87AB406B-A9ED-A010-9890-5970AB332A1C}"/>
                  </a:ext>
                </a:extLst>
              </p:cNvPr>
              <p:cNvSpPr txBox="1"/>
              <p:nvPr/>
            </p:nvSpPr>
            <p:spPr>
              <a:xfrm>
                <a:off x="4796025" y="2621020"/>
                <a:ext cx="783484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200" b="1" dirty="0">
                    <a:solidFill>
                      <a:srgbClr val="818105"/>
                    </a:solidFill>
                  </a:rPr>
                  <a:t>Initialize</a:t>
                </a:r>
              </a:p>
            </p:txBody>
          </p:sp>
        </p:grpSp>
        <p:grpSp>
          <p:nvGrpSpPr>
            <p:cNvPr id="3108" name="Group 3107">
              <a:extLst>
                <a:ext uri="{FF2B5EF4-FFF2-40B4-BE49-F238E27FC236}">
                  <a16:creationId xmlns:a16="http://schemas.microsoft.com/office/drawing/2014/main" id="{10C65DA4-970F-966A-27F4-062133EC1B47}"/>
                </a:ext>
              </a:extLst>
            </p:cNvPr>
            <p:cNvGrpSpPr/>
            <p:nvPr/>
          </p:nvGrpSpPr>
          <p:grpSpPr>
            <a:xfrm>
              <a:off x="4709753" y="3965654"/>
              <a:ext cx="1196332" cy="769879"/>
              <a:chOff x="4796312" y="3968437"/>
              <a:chExt cx="1196332" cy="769879"/>
            </a:xfrm>
          </p:grpSpPr>
          <p:sp>
            <p:nvSpPr>
              <p:cNvPr id="3107" name="Rectangle 3106">
                <a:extLst>
                  <a:ext uri="{FF2B5EF4-FFF2-40B4-BE49-F238E27FC236}">
                    <a16:creationId xmlns:a16="http://schemas.microsoft.com/office/drawing/2014/main" id="{D0C27AF3-CC37-0713-A593-AA15684EF23B}"/>
                  </a:ext>
                </a:extLst>
              </p:cNvPr>
              <p:cNvSpPr/>
              <p:nvPr/>
            </p:nvSpPr>
            <p:spPr>
              <a:xfrm>
                <a:off x="4796312" y="3968437"/>
                <a:ext cx="1196332" cy="769879"/>
              </a:xfrm>
              <a:prstGeom prst="rect">
                <a:avLst/>
              </a:prstGeom>
              <a:solidFill>
                <a:srgbClr val="818105">
                  <a:alpha val="14902"/>
                </a:srgbClr>
              </a:solidFill>
              <a:ln w="28575">
                <a:solidFill>
                  <a:srgbClr val="818105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en-US" dirty="0"/>
              </a:p>
            </p:txBody>
          </p:sp>
          <p:grpSp>
            <p:nvGrpSpPr>
              <p:cNvPr id="1083" name="Group 1082">
                <a:extLst>
                  <a:ext uri="{FF2B5EF4-FFF2-40B4-BE49-F238E27FC236}">
                    <a16:creationId xmlns:a16="http://schemas.microsoft.com/office/drawing/2014/main" id="{66E3E52C-99BE-071C-B253-DD0745CF9F51}"/>
                  </a:ext>
                </a:extLst>
              </p:cNvPr>
              <p:cNvGrpSpPr/>
              <p:nvPr/>
            </p:nvGrpSpPr>
            <p:grpSpPr>
              <a:xfrm>
                <a:off x="4932659" y="4270631"/>
                <a:ext cx="1001392" cy="383652"/>
                <a:chOff x="5265517" y="2436308"/>
                <a:chExt cx="2200745" cy="773964"/>
              </a:xfrm>
            </p:grpSpPr>
            <p:sp>
              <p:nvSpPr>
                <p:cNvPr id="1084" name="Oval 1083">
                  <a:extLst>
                    <a:ext uri="{FF2B5EF4-FFF2-40B4-BE49-F238E27FC236}">
                      <a16:creationId xmlns:a16="http://schemas.microsoft.com/office/drawing/2014/main" id="{5CB3EE72-699E-F343-8E56-7A395DE03C57}"/>
                    </a:ext>
                  </a:extLst>
                </p:cNvPr>
                <p:cNvSpPr/>
                <p:nvPr/>
              </p:nvSpPr>
              <p:spPr>
                <a:xfrm>
                  <a:off x="5265517" y="2539056"/>
                  <a:ext cx="182880" cy="182880"/>
                </a:xfrm>
                <a:prstGeom prst="ellipse">
                  <a:avLst/>
                </a:prstGeom>
                <a:solidFill>
                  <a:srgbClr val="276113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085" name="Oval 1084">
                  <a:extLst>
                    <a:ext uri="{FF2B5EF4-FFF2-40B4-BE49-F238E27FC236}">
                      <a16:creationId xmlns:a16="http://schemas.microsoft.com/office/drawing/2014/main" id="{9BB116B0-1787-1556-666D-9882F4D6A270}"/>
                    </a:ext>
                  </a:extLst>
                </p:cNvPr>
                <p:cNvSpPr/>
                <p:nvPr/>
              </p:nvSpPr>
              <p:spPr>
                <a:xfrm>
                  <a:off x="5324172" y="2872243"/>
                  <a:ext cx="182880" cy="18288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086" name="Oval 1085">
                  <a:extLst>
                    <a:ext uri="{FF2B5EF4-FFF2-40B4-BE49-F238E27FC236}">
                      <a16:creationId xmlns:a16="http://schemas.microsoft.com/office/drawing/2014/main" id="{F64F0939-594E-44F5-88AF-C50A802B1F6F}"/>
                    </a:ext>
                  </a:extLst>
                </p:cNvPr>
                <p:cNvSpPr/>
                <p:nvPr/>
              </p:nvSpPr>
              <p:spPr>
                <a:xfrm>
                  <a:off x="5577676" y="2995293"/>
                  <a:ext cx="182880" cy="18288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087" name="Oval 1086">
                  <a:extLst>
                    <a:ext uri="{FF2B5EF4-FFF2-40B4-BE49-F238E27FC236}">
                      <a16:creationId xmlns:a16="http://schemas.microsoft.com/office/drawing/2014/main" id="{B4D95BBA-0B6A-CFA1-6858-9532C99F9372}"/>
                    </a:ext>
                  </a:extLst>
                </p:cNvPr>
                <p:cNvSpPr/>
                <p:nvPr/>
              </p:nvSpPr>
              <p:spPr>
                <a:xfrm>
                  <a:off x="5813895" y="2689363"/>
                  <a:ext cx="182880" cy="182880"/>
                </a:xfrm>
                <a:prstGeom prst="ellipse">
                  <a:avLst/>
                </a:prstGeom>
                <a:solidFill>
                  <a:srgbClr val="95B176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3072" name="Oval 3071">
                  <a:extLst>
                    <a:ext uri="{FF2B5EF4-FFF2-40B4-BE49-F238E27FC236}">
                      <a16:creationId xmlns:a16="http://schemas.microsoft.com/office/drawing/2014/main" id="{8CA4691D-83F5-6EFD-70C2-257137DFC958}"/>
                    </a:ext>
                  </a:extLst>
                </p:cNvPr>
                <p:cNvSpPr/>
                <p:nvPr/>
              </p:nvSpPr>
              <p:spPr>
                <a:xfrm>
                  <a:off x="5922963" y="2436308"/>
                  <a:ext cx="182880" cy="18288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3073" name="Oval 3072">
                  <a:extLst>
                    <a:ext uri="{FF2B5EF4-FFF2-40B4-BE49-F238E27FC236}">
                      <a16:creationId xmlns:a16="http://schemas.microsoft.com/office/drawing/2014/main" id="{54A8C4AF-2C5C-68A9-B316-2B33A09FBE9D}"/>
                    </a:ext>
                  </a:extLst>
                </p:cNvPr>
                <p:cNvSpPr/>
                <p:nvPr/>
              </p:nvSpPr>
              <p:spPr>
                <a:xfrm>
                  <a:off x="6358189" y="2527748"/>
                  <a:ext cx="182880" cy="182880"/>
                </a:xfrm>
                <a:prstGeom prst="ellipse">
                  <a:avLst/>
                </a:prstGeom>
                <a:solidFill>
                  <a:srgbClr val="E3F1D9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3075" name="Oval 3074">
                  <a:extLst>
                    <a:ext uri="{FF2B5EF4-FFF2-40B4-BE49-F238E27FC236}">
                      <a16:creationId xmlns:a16="http://schemas.microsoft.com/office/drawing/2014/main" id="{90AFF32D-E1B8-F93B-8B8C-25161F24053B}"/>
                    </a:ext>
                  </a:extLst>
                </p:cNvPr>
                <p:cNvSpPr/>
                <p:nvPr/>
              </p:nvSpPr>
              <p:spPr>
                <a:xfrm>
                  <a:off x="6272775" y="2790861"/>
                  <a:ext cx="182880" cy="182880"/>
                </a:xfrm>
                <a:prstGeom prst="ellipse">
                  <a:avLst/>
                </a:prstGeom>
                <a:solidFill>
                  <a:srgbClr val="95B176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3077" name="Oval 3076">
                  <a:extLst>
                    <a:ext uri="{FF2B5EF4-FFF2-40B4-BE49-F238E27FC236}">
                      <a16:creationId xmlns:a16="http://schemas.microsoft.com/office/drawing/2014/main" id="{7D3F5782-E1DA-6438-74F5-ACEE1BC70A39}"/>
                    </a:ext>
                  </a:extLst>
                </p:cNvPr>
                <p:cNvSpPr/>
                <p:nvPr/>
              </p:nvSpPr>
              <p:spPr>
                <a:xfrm>
                  <a:off x="6186651" y="3027392"/>
                  <a:ext cx="182880" cy="18288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3078" name="Oval 3077">
                  <a:extLst>
                    <a:ext uri="{FF2B5EF4-FFF2-40B4-BE49-F238E27FC236}">
                      <a16:creationId xmlns:a16="http://schemas.microsoft.com/office/drawing/2014/main" id="{2DE31156-627F-BC41-049F-A46FE6F56CF7}"/>
                    </a:ext>
                  </a:extLst>
                </p:cNvPr>
                <p:cNvSpPr/>
                <p:nvPr/>
              </p:nvSpPr>
              <p:spPr>
                <a:xfrm>
                  <a:off x="6758504" y="2618292"/>
                  <a:ext cx="182880" cy="182880"/>
                </a:xfrm>
                <a:prstGeom prst="ellipse">
                  <a:avLst/>
                </a:prstGeom>
                <a:solidFill>
                  <a:srgbClr val="A5A5A5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3079" name="Oval 3078">
                  <a:extLst>
                    <a:ext uri="{FF2B5EF4-FFF2-40B4-BE49-F238E27FC236}">
                      <a16:creationId xmlns:a16="http://schemas.microsoft.com/office/drawing/2014/main" id="{00D35D77-AACB-0C46-E503-A27AD0E07824}"/>
                    </a:ext>
                  </a:extLst>
                </p:cNvPr>
                <p:cNvSpPr/>
                <p:nvPr/>
              </p:nvSpPr>
              <p:spPr>
                <a:xfrm>
                  <a:off x="6941384" y="2791078"/>
                  <a:ext cx="182880" cy="182880"/>
                </a:xfrm>
                <a:prstGeom prst="ellipse">
                  <a:avLst/>
                </a:prstGeom>
                <a:solidFill>
                  <a:srgbClr val="A5A5A5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3080" name="Oval 3079">
                  <a:extLst>
                    <a:ext uri="{FF2B5EF4-FFF2-40B4-BE49-F238E27FC236}">
                      <a16:creationId xmlns:a16="http://schemas.microsoft.com/office/drawing/2014/main" id="{908C2AFB-0C5B-4149-AB60-C7A3AB3CAF83}"/>
                    </a:ext>
                  </a:extLst>
                </p:cNvPr>
                <p:cNvSpPr/>
                <p:nvPr/>
              </p:nvSpPr>
              <p:spPr>
                <a:xfrm>
                  <a:off x="7087495" y="2604645"/>
                  <a:ext cx="182880" cy="182880"/>
                </a:xfrm>
                <a:prstGeom prst="ellipse">
                  <a:avLst/>
                </a:prstGeom>
                <a:solidFill>
                  <a:srgbClr val="A5A5A5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3081" name="Oval 3080">
                  <a:extLst>
                    <a:ext uri="{FF2B5EF4-FFF2-40B4-BE49-F238E27FC236}">
                      <a16:creationId xmlns:a16="http://schemas.microsoft.com/office/drawing/2014/main" id="{1F22CB50-A5B6-F143-6C78-E6178EC5A427}"/>
                    </a:ext>
                  </a:extLst>
                </p:cNvPr>
                <p:cNvSpPr/>
                <p:nvPr/>
              </p:nvSpPr>
              <p:spPr>
                <a:xfrm>
                  <a:off x="7270375" y="2777431"/>
                  <a:ext cx="182880" cy="182880"/>
                </a:xfrm>
                <a:prstGeom prst="ellipse">
                  <a:avLst/>
                </a:prstGeom>
                <a:solidFill>
                  <a:srgbClr val="A5A5A5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grpSp>
              <p:nvGrpSpPr>
                <p:cNvPr id="3082" name="Group 3081">
                  <a:extLst>
                    <a:ext uri="{FF2B5EF4-FFF2-40B4-BE49-F238E27FC236}">
                      <a16:creationId xmlns:a16="http://schemas.microsoft.com/office/drawing/2014/main" id="{F468C60C-6F52-C67D-8962-70EF53C2D530}"/>
                    </a:ext>
                  </a:extLst>
                </p:cNvPr>
                <p:cNvGrpSpPr/>
                <p:nvPr/>
              </p:nvGrpSpPr>
              <p:grpSpPr>
                <a:xfrm>
                  <a:off x="5609303" y="2447573"/>
                  <a:ext cx="182880" cy="182923"/>
                  <a:chOff x="5609303" y="2447573"/>
                  <a:chExt cx="182880" cy="182923"/>
                </a:xfrm>
              </p:grpSpPr>
              <p:sp>
                <p:nvSpPr>
                  <p:cNvPr id="3096" name="Oval 3095">
                    <a:extLst>
                      <a:ext uri="{FF2B5EF4-FFF2-40B4-BE49-F238E27FC236}">
                        <a16:creationId xmlns:a16="http://schemas.microsoft.com/office/drawing/2014/main" id="{0DF907F1-3872-DC32-EE5E-534B81EB8254}"/>
                      </a:ext>
                    </a:extLst>
                  </p:cNvPr>
                  <p:cNvSpPr/>
                  <p:nvPr/>
                </p:nvSpPr>
                <p:spPr>
                  <a:xfrm>
                    <a:off x="5609303" y="2447616"/>
                    <a:ext cx="182880" cy="182880"/>
                  </a:xfrm>
                  <a:prstGeom prst="ellipse">
                    <a:avLst/>
                  </a:prstGeom>
                  <a:solidFill>
                    <a:srgbClr val="95B176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3097" name="Pie 3096">
                    <a:extLst>
                      <a:ext uri="{FF2B5EF4-FFF2-40B4-BE49-F238E27FC236}">
                        <a16:creationId xmlns:a16="http://schemas.microsoft.com/office/drawing/2014/main" id="{DA9444DA-E5D3-A83C-2968-4B6F67667A83}"/>
                      </a:ext>
                    </a:extLst>
                  </p:cNvPr>
                  <p:cNvSpPr/>
                  <p:nvPr/>
                </p:nvSpPr>
                <p:spPr>
                  <a:xfrm>
                    <a:off x="5609303" y="2447573"/>
                    <a:ext cx="182880" cy="182880"/>
                  </a:xfrm>
                  <a:prstGeom prst="pie">
                    <a:avLst>
                      <a:gd name="adj1" fmla="val 2847946"/>
                      <a:gd name="adj2" fmla="val 13720470"/>
                    </a:avLst>
                  </a:prstGeom>
                  <a:solidFill>
                    <a:srgbClr val="009900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</p:grpSp>
            <p:grpSp>
              <p:nvGrpSpPr>
                <p:cNvPr id="3083" name="Group 3082">
                  <a:extLst>
                    <a:ext uri="{FF2B5EF4-FFF2-40B4-BE49-F238E27FC236}">
                      <a16:creationId xmlns:a16="http://schemas.microsoft.com/office/drawing/2014/main" id="{B58747F6-9923-0F1A-AA1F-83670BFD5FDD}"/>
                    </a:ext>
                  </a:extLst>
                </p:cNvPr>
                <p:cNvGrpSpPr/>
                <p:nvPr/>
              </p:nvGrpSpPr>
              <p:grpSpPr>
                <a:xfrm>
                  <a:off x="5540016" y="2694679"/>
                  <a:ext cx="187307" cy="191250"/>
                  <a:chOff x="5540016" y="2694679"/>
                  <a:chExt cx="187307" cy="191250"/>
                </a:xfrm>
              </p:grpSpPr>
              <p:sp>
                <p:nvSpPr>
                  <p:cNvPr id="3094" name="Oval 3093">
                    <a:extLst>
                      <a:ext uri="{FF2B5EF4-FFF2-40B4-BE49-F238E27FC236}">
                        <a16:creationId xmlns:a16="http://schemas.microsoft.com/office/drawing/2014/main" id="{EE813203-5366-4574-5837-947E03153E52}"/>
                      </a:ext>
                    </a:extLst>
                  </p:cNvPr>
                  <p:cNvSpPr/>
                  <p:nvPr/>
                </p:nvSpPr>
                <p:spPr>
                  <a:xfrm>
                    <a:off x="5544443" y="2694679"/>
                    <a:ext cx="182880" cy="182880"/>
                  </a:xfrm>
                  <a:prstGeom prst="ellipse">
                    <a:avLst/>
                  </a:prstGeom>
                  <a:solidFill>
                    <a:srgbClr val="009900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3095" name="Pie 3094">
                    <a:extLst>
                      <a:ext uri="{FF2B5EF4-FFF2-40B4-BE49-F238E27FC236}">
                        <a16:creationId xmlns:a16="http://schemas.microsoft.com/office/drawing/2014/main" id="{663438B3-3793-C13D-FDD9-2A584CAA9BD0}"/>
                      </a:ext>
                    </a:extLst>
                  </p:cNvPr>
                  <p:cNvSpPr/>
                  <p:nvPr/>
                </p:nvSpPr>
                <p:spPr>
                  <a:xfrm>
                    <a:off x="5540016" y="2703049"/>
                    <a:ext cx="182880" cy="182880"/>
                  </a:xfrm>
                  <a:prstGeom prst="pie">
                    <a:avLst>
                      <a:gd name="adj1" fmla="val 2847946"/>
                      <a:gd name="adj2" fmla="val 13720470"/>
                    </a:avLst>
                  </a:prstGeom>
                  <a:solidFill>
                    <a:srgbClr val="95B176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</p:grpSp>
            <p:grpSp>
              <p:nvGrpSpPr>
                <p:cNvPr id="3084" name="Group 3083">
                  <a:extLst>
                    <a:ext uri="{FF2B5EF4-FFF2-40B4-BE49-F238E27FC236}">
                      <a16:creationId xmlns:a16="http://schemas.microsoft.com/office/drawing/2014/main" id="{02865231-6549-BDA6-3707-AA3AFE9B7FD2}"/>
                    </a:ext>
                  </a:extLst>
                </p:cNvPr>
                <p:cNvGrpSpPr/>
                <p:nvPr/>
              </p:nvGrpSpPr>
              <p:grpSpPr>
                <a:xfrm>
                  <a:off x="6103787" y="2596095"/>
                  <a:ext cx="184936" cy="184708"/>
                  <a:chOff x="6103787" y="2596095"/>
                  <a:chExt cx="184936" cy="184708"/>
                </a:xfrm>
              </p:grpSpPr>
              <p:sp>
                <p:nvSpPr>
                  <p:cNvPr id="3092" name="Oval 3091">
                    <a:extLst>
                      <a:ext uri="{FF2B5EF4-FFF2-40B4-BE49-F238E27FC236}">
                        <a16:creationId xmlns:a16="http://schemas.microsoft.com/office/drawing/2014/main" id="{8E636B99-A74D-F5B4-AF38-9A45A6253C03}"/>
                      </a:ext>
                    </a:extLst>
                  </p:cNvPr>
                  <p:cNvSpPr/>
                  <p:nvPr/>
                </p:nvSpPr>
                <p:spPr>
                  <a:xfrm>
                    <a:off x="6105843" y="2597923"/>
                    <a:ext cx="182880" cy="182880"/>
                  </a:xfrm>
                  <a:prstGeom prst="ellipse">
                    <a:avLst/>
                  </a:prstGeom>
                  <a:solidFill>
                    <a:srgbClr val="009900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3093" name="Pie 3092">
                    <a:extLst>
                      <a:ext uri="{FF2B5EF4-FFF2-40B4-BE49-F238E27FC236}">
                        <a16:creationId xmlns:a16="http://schemas.microsoft.com/office/drawing/2014/main" id="{368AAA26-6D11-F507-5A75-FC8C1C8E7AD0}"/>
                      </a:ext>
                    </a:extLst>
                  </p:cNvPr>
                  <p:cNvSpPr/>
                  <p:nvPr/>
                </p:nvSpPr>
                <p:spPr>
                  <a:xfrm>
                    <a:off x="6103787" y="2596095"/>
                    <a:ext cx="182880" cy="182880"/>
                  </a:xfrm>
                  <a:prstGeom prst="pie">
                    <a:avLst>
                      <a:gd name="adj1" fmla="val 2847946"/>
                      <a:gd name="adj2" fmla="val 13720470"/>
                    </a:avLst>
                  </a:prstGeom>
                  <a:solidFill>
                    <a:srgbClr val="92D050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</p:grpSp>
            <p:grpSp>
              <p:nvGrpSpPr>
                <p:cNvPr id="3085" name="Group 3084">
                  <a:extLst>
                    <a:ext uri="{FF2B5EF4-FFF2-40B4-BE49-F238E27FC236}">
                      <a16:creationId xmlns:a16="http://schemas.microsoft.com/office/drawing/2014/main" id="{1CA19F19-9E28-1987-4500-46702FFCA069}"/>
                    </a:ext>
                  </a:extLst>
                </p:cNvPr>
                <p:cNvGrpSpPr/>
                <p:nvPr/>
              </p:nvGrpSpPr>
              <p:grpSpPr>
                <a:xfrm>
                  <a:off x="5910973" y="2935952"/>
                  <a:ext cx="184238" cy="183742"/>
                  <a:chOff x="5910973" y="2935952"/>
                  <a:chExt cx="184238" cy="183742"/>
                </a:xfrm>
              </p:grpSpPr>
              <p:sp>
                <p:nvSpPr>
                  <p:cNvPr id="3090" name="Oval 3089">
                    <a:extLst>
                      <a:ext uri="{FF2B5EF4-FFF2-40B4-BE49-F238E27FC236}">
                        <a16:creationId xmlns:a16="http://schemas.microsoft.com/office/drawing/2014/main" id="{938C8B31-57C5-570B-2354-94E6281A86D4}"/>
                      </a:ext>
                    </a:extLst>
                  </p:cNvPr>
                  <p:cNvSpPr/>
                  <p:nvPr/>
                </p:nvSpPr>
                <p:spPr>
                  <a:xfrm>
                    <a:off x="5912331" y="2936814"/>
                    <a:ext cx="182880" cy="182880"/>
                  </a:xfrm>
                  <a:prstGeom prst="ellipse">
                    <a:avLst/>
                  </a:prstGeom>
                  <a:solidFill>
                    <a:srgbClr val="92D050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3091" name="Pie 3090">
                    <a:extLst>
                      <a:ext uri="{FF2B5EF4-FFF2-40B4-BE49-F238E27FC236}">
                        <a16:creationId xmlns:a16="http://schemas.microsoft.com/office/drawing/2014/main" id="{067A426A-3650-6B35-95E5-D23CB5E5E81D}"/>
                      </a:ext>
                    </a:extLst>
                  </p:cNvPr>
                  <p:cNvSpPr/>
                  <p:nvPr/>
                </p:nvSpPr>
                <p:spPr>
                  <a:xfrm>
                    <a:off x="5910973" y="2935952"/>
                    <a:ext cx="182880" cy="182880"/>
                  </a:xfrm>
                  <a:prstGeom prst="pie">
                    <a:avLst>
                      <a:gd name="adj1" fmla="val 2847946"/>
                      <a:gd name="adj2" fmla="val 13720470"/>
                    </a:avLst>
                  </a:prstGeom>
                  <a:solidFill>
                    <a:srgbClr val="009900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</p:grpSp>
            <p:sp>
              <p:nvSpPr>
                <p:cNvPr id="3086" name="Cross 3085">
                  <a:extLst>
                    <a:ext uri="{FF2B5EF4-FFF2-40B4-BE49-F238E27FC236}">
                      <a16:creationId xmlns:a16="http://schemas.microsoft.com/office/drawing/2014/main" id="{27C4E889-AB31-F332-0DB0-D4E8EF1FE824}"/>
                    </a:ext>
                  </a:extLst>
                </p:cNvPr>
                <p:cNvSpPr/>
                <p:nvPr/>
              </p:nvSpPr>
              <p:spPr>
                <a:xfrm rot="2693924">
                  <a:off x="6745855" y="2609148"/>
                  <a:ext cx="201168" cy="201168"/>
                </a:xfrm>
                <a:prstGeom prst="plus">
                  <a:avLst>
                    <a:gd name="adj" fmla="val 43687"/>
                  </a:avLst>
                </a:prstGeom>
                <a:solidFill>
                  <a:srgbClr val="FF0000"/>
                </a:solidFill>
                <a:ln>
                  <a:solidFill>
                    <a:srgbClr val="C0000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3087" name="Cross 3086">
                  <a:extLst>
                    <a:ext uri="{FF2B5EF4-FFF2-40B4-BE49-F238E27FC236}">
                      <a16:creationId xmlns:a16="http://schemas.microsoft.com/office/drawing/2014/main" id="{9DEEE5E5-ED5A-1C6F-8882-C31EA8F93EE8}"/>
                    </a:ext>
                  </a:extLst>
                </p:cNvPr>
                <p:cNvSpPr/>
                <p:nvPr/>
              </p:nvSpPr>
              <p:spPr>
                <a:xfrm rot="2693924">
                  <a:off x="6928736" y="2780015"/>
                  <a:ext cx="201168" cy="201168"/>
                </a:xfrm>
                <a:prstGeom prst="plus">
                  <a:avLst>
                    <a:gd name="adj" fmla="val 43687"/>
                  </a:avLst>
                </a:prstGeom>
                <a:solidFill>
                  <a:srgbClr val="FF0000"/>
                </a:solidFill>
                <a:ln>
                  <a:solidFill>
                    <a:srgbClr val="C0000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3088" name="Cross 3087">
                  <a:extLst>
                    <a:ext uri="{FF2B5EF4-FFF2-40B4-BE49-F238E27FC236}">
                      <a16:creationId xmlns:a16="http://schemas.microsoft.com/office/drawing/2014/main" id="{52D82BDB-E7D9-0C56-A012-492B684B4365}"/>
                    </a:ext>
                  </a:extLst>
                </p:cNvPr>
                <p:cNvSpPr/>
                <p:nvPr/>
              </p:nvSpPr>
              <p:spPr>
                <a:xfrm rot="2693924">
                  <a:off x="7082213" y="2600116"/>
                  <a:ext cx="201168" cy="201168"/>
                </a:xfrm>
                <a:prstGeom prst="plus">
                  <a:avLst>
                    <a:gd name="adj" fmla="val 43687"/>
                  </a:avLst>
                </a:prstGeom>
                <a:solidFill>
                  <a:srgbClr val="FF0000"/>
                </a:solidFill>
                <a:ln>
                  <a:solidFill>
                    <a:srgbClr val="C0000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3089" name="Cross 3088">
                  <a:extLst>
                    <a:ext uri="{FF2B5EF4-FFF2-40B4-BE49-F238E27FC236}">
                      <a16:creationId xmlns:a16="http://schemas.microsoft.com/office/drawing/2014/main" id="{A709AF2F-0879-5E78-D91E-261B4AB03DD9}"/>
                    </a:ext>
                  </a:extLst>
                </p:cNvPr>
                <p:cNvSpPr/>
                <p:nvPr/>
              </p:nvSpPr>
              <p:spPr>
                <a:xfrm rot="2693924">
                  <a:off x="7265094" y="2770983"/>
                  <a:ext cx="201168" cy="201168"/>
                </a:xfrm>
                <a:prstGeom prst="plus">
                  <a:avLst>
                    <a:gd name="adj" fmla="val 43687"/>
                  </a:avLst>
                </a:prstGeom>
                <a:solidFill>
                  <a:srgbClr val="FF0000"/>
                </a:solidFill>
                <a:ln>
                  <a:solidFill>
                    <a:srgbClr val="C0000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3103" name="TextBox 3102">
                <a:extLst>
                  <a:ext uri="{FF2B5EF4-FFF2-40B4-BE49-F238E27FC236}">
                    <a16:creationId xmlns:a16="http://schemas.microsoft.com/office/drawing/2014/main" id="{F4E1EA02-51F5-F40E-F69B-955CE0160831}"/>
                  </a:ext>
                </a:extLst>
              </p:cNvPr>
              <p:cNvSpPr txBox="1"/>
              <p:nvPr/>
            </p:nvSpPr>
            <p:spPr>
              <a:xfrm>
                <a:off x="5061460" y="3988293"/>
                <a:ext cx="630301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200" b="1" dirty="0">
                    <a:solidFill>
                      <a:srgbClr val="818105"/>
                    </a:solidFill>
                  </a:rPr>
                  <a:t>Select</a:t>
                </a:r>
              </a:p>
            </p:txBody>
          </p:sp>
        </p:grpSp>
        <p:grpSp>
          <p:nvGrpSpPr>
            <p:cNvPr id="3130" name="Group 3129">
              <a:extLst>
                <a:ext uri="{FF2B5EF4-FFF2-40B4-BE49-F238E27FC236}">
                  <a16:creationId xmlns:a16="http://schemas.microsoft.com/office/drawing/2014/main" id="{67028CFD-41D7-8DC1-8409-8598F2A9D491}"/>
                </a:ext>
              </a:extLst>
            </p:cNvPr>
            <p:cNvGrpSpPr/>
            <p:nvPr/>
          </p:nvGrpSpPr>
          <p:grpSpPr>
            <a:xfrm>
              <a:off x="5406621" y="2748147"/>
              <a:ext cx="1230024" cy="858132"/>
              <a:chOff x="5373688" y="2748148"/>
              <a:chExt cx="1230024" cy="858132"/>
            </a:xfrm>
          </p:grpSpPr>
          <p:sp>
            <p:nvSpPr>
              <p:cNvPr id="3109" name="Rectangle 3108">
                <a:extLst>
                  <a:ext uri="{FF2B5EF4-FFF2-40B4-BE49-F238E27FC236}">
                    <a16:creationId xmlns:a16="http://schemas.microsoft.com/office/drawing/2014/main" id="{42343BA9-59C8-44FA-13C4-9014DCEDB9DF}"/>
                  </a:ext>
                </a:extLst>
              </p:cNvPr>
              <p:cNvSpPr/>
              <p:nvPr/>
            </p:nvSpPr>
            <p:spPr>
              <a:xfrm>
                <a:off x="5373688" y="2748148"/>
                <a:ext cx="1221149" cy="820961"/>
              </a:xfrm>
              <a:prstGeom prst="rect">
                <a:avLst/>
              </a:prstGeom>
              <a:solidFill>
                <a:srgbClr val="818105">
                  <a:alpha val="14902"/>
                </a:srgbClr>
              </a:solidFill>
              <a:ln w="28575">
                <a:solidFill>
                  <a:srgbClr val="818105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100" name="TextBox 3099">
                <a:extLst>
                  <a:ext uri="{FF2B5EF4-FFF2-40B4-BE49-F238E27FC236}">
                    <a16:creationId xmlns:a16="http://schemas.microsoft.com/office/drawing/2014/main" id="{C23E0FAA-5EEF-996B-46B9-F0D8CE4E7B04}"/>
                  </a:ext>
                </a:extLst>
              </p:cNvPr>
              <p:cNvSpPr txBox="1"/>
              <p:nvPr/>
            </p:nvSpPr>
            <p:spPr>
              <a:xfrm>
                <a:off x="5598480" y="2782373"/>
                <a:ext cx="789832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200" b="1" dirty="0">
                    <a:solidFill>
                      <a:srgbClr val="818105"/>
                    </a:solidFill>
                  </a:rPr>
                  <a:t>Evaluate</a:t>
                </a:r>
              </a:p>
            </p:txBody>
          </p:sp>
          <p:grpSp>
            <p:nvGrpSpPr>
              <p:cNvPr id="1031" name="Group 1030">
                <a:extLst>
                  <a:ext uri="{FF2B5EF4-FFF2-40B4-BE49-F238E27FC236}">
                    <a16:creationId xmlns:a16="http://schemas.microsoft.com/office/drawing/2014/main" id="{81BE79D0-1C0F-66EF-FD6C-E79D8F8FC56B}"/>
                  </a:ext>
                </a:extLst>
              </p:cNvPr>
              <p:cNvGrpSpPr/>
              <p:nvPr/>
            </p:nvGrpSpPr>
            <p:grpSpPr>
              <a:xfrm>
                <a:off x="5478587" y="2999480"/>
                <a:ext cx="1125125" cy="606800"/>
                <a:chOff x="808297" y="2357334"/>
                <a:chExt cx="2327513" cy="1300654"/>
              </a:xfrm>
            </p:grpSpPr>
            <p:grpSp>
              <p:nvGrpSpPr>
                <p:cNvPr id="1032" name="Group 1031">
                  <a:extLst>
                    <a:ext uri="{FF2B5EF4-FFF2-40B4-BE49-F238E27FC236}">
                      <a16:creationId xmlns:a16="http://schemas.microsoft.com/office/drawing/2014/main" id="{E652CF06-CF6E-D822-274B-72944388815E}"/>
                    </a:ext>
                  </a:extLst>
                </p:cNvPr>
                <p:cNvGrpSpPr/>
                <p:nvPr/>
              </p:nvGrpSpPr>
              <p:grpSpPr>
                <a:xfrm>
                  <a:off x="808297" y="2633801"/>
                  <a:ext cx="1275552" cy="773964"/>
                  <a:chOff x="3082299" y="2425000"/>
                  <a:chExt cx="1275552" cy="773964"/>
                </a:xfrm>
              </p:grpSpPr>
              <p:sp>
                <p:nvSpPr>
                  <p:cNvPr id="1036" name="Oval 1035">
                    <a:extLst>
                      <a:ext uri="{FF2B5EF4-FFF2-40B4-BE49-F238E27FC236}">
                        <a16:creationId xmlns:a16="http://schemas.microsoft.com/office/drawing/2014/main" id="{D3681E4B-E063-78D6-C2F1-FDB9963A9172}"/>
                      </a:ext>
                    </a:extLst>
                  </p:cNvPr>
                  <p:cNvSpPr/>
                  <p:nvPr/>
                </p:nvSpPr>
                <p:spPr>
                  <a:xfrm>
                    <a:off x="3082299" y="2527748"/>
                    <a:ext cx="182880" cy="182880"/>
                  </a:xfrm>
                  <a:prstGeom prst="ellipse">
                    <a:avLst/>
                  </a:prstGeom>
                  <a:solidFill>
                    <a:srgbClr val="276113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037" name="Oval 1036">
                    <a:extLst>
                      <a:ext uri="{FF2B5EF4-FFF2-40B4-BE49-F238E27FC236}">
                        <a16:creationId xmlns:a16="http://schemas.microsoft.com/office/drawing/2014/main" id="{BEE32689-2705-8666-A2A5-6BE725AB26D2}"/>
                      </a:ext>
                    </a:extLst>
                  </p:cNvPr>
                  <p:cNvSpPr/>
                  <p:nvPr/>
                </p:nvSpPr>
                <p:spPr>
                  <a:xfrm>
                    <a:off x="3426085" y="2436308"/>
                    <a:ext cx="182880" cy="182880"/>
                  </a:xfrm>
                  <a:prstGeom prst="ellipse">
                    <a:avLst/>
                  </a:prstGeom>
                  <a:solidFill>
                    <a:srgbClr val="95B176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038" name="Oval 1037">
                    <a:extLst>
                      <a:ext uri="{FF2B5EF4-FFF2-40B4-BE49-F238E27FC236}">
                        <a16:creationId xmlns:a16="http://schemas.microsoft.com/office/drawing/2014/main" id="{4CB8591A-D3C2-BB00-8E9D-73C03BF434A0}"/>
                      </a:ext>
                    </a:extLst>
                  </p:cNvPr>
                  <p:cNvSpPr/>
                  <p:nvPr/>
                </p:nvSpPr>
                <p:spPr>
                  <a:xfrm>
                    <a:off x="3361225" y="2683371"/>
                    <a:ext cx="182880" cy="182880"/>
                  </a:xfrm>
                  <a:prstGeom prst="ellipse">
                    <a:avLst/>
                  </a:prstGeom>
                  <a:solidFill>
                    <a:srgbClr val="009900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039" name="Oval 1038">
                    <a:extLst>
                      <a:ext uri="{FF2B5EF4-FFF2-40B4-BE49-F238E27FC236}">
                        <a16:creationId xmlns:a16="http://schemas.microsoft.com/office/drawing/2014/main" id="{BCD43883-B9A7-8944-1D40-0B7173DF11DE}"/>
                      </a:ext>
                    </a:extLst>
                  </p:cNvPr>
                  <p:cNvSpPr/>
                  <p:nvPr/>
                </p:nvSpPr>
                <p:spPr>
                  <a:xfrm>
                    <a:off x="3140954" y="2860935"/>
                    <a:ext cx="182880" cy="182880"/>
                  </a:xfrm>
                  <a:prstGeom prst="ellipse">
                    <a:avLst/>
                  </a:prstGeom>
                  <a:solidFill>
                    <a:srgbClr val="A5A5A5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040" name="Oval 1039">
                    <a:extLst>
                      <a:ext uri="{FF2B5EF4-FFF2-40B4-BE49-F238E27FC236}">
                        <a16:creationId xmlns:a16="http://schemas.microsoft.com/office/drawing/2014/main" id="{82831438-A1A2-3002-EE98-F2E2BB55EE13}"/>
                      </a:ext>
                    </a:extLst>
                  </p:cNvPr>
                  <p:cNvSpPr/>
                  <p:nvPr/>
                </p:nvSpPr>
                <p:spPr>
                  <a:xfrm>
                    <a:off x="3394458" y="2983985"/>
                    <a:ext cx="182880" cy="182880"/>
                  </a:xfrm>
                  <a:prstGeom prst="ellipse">
                    <a:avLst/>
                  </a:prstGeom>
                  <a:solidFill>
                    <a:srgbClr val="A5A5A5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041" name="Oval 1040">
                    <a:extLst>
                      <a:ext uri="{FF2B5EF4-FFF2-40B4-BE49-F238E27FC236}">
                        <a16:creationId xmlns:a16="http://schemas.microsoft.com/office/drawing/2014/main" id="{757D5887-F8EB-5537-77C0-B4A85B2789C2}"/>
                      </a:ext>
                    </a:extLst>
                  </p:cNvPr>
                  <p:cNvSpPr/>
                  <p:nvPr/>
                </p:nvSpPr>
                <p:spPr>
                  <a:xfrm>
                    <a:off x="3729113" y="2925506"/>
                    <a:ext cx="182880" cy="182880"/>
                  </a:xfrm>
                  <a:prstGeom prst="ellipse">
                    <a:avLst/>
                  </a:prstGeom>
                  <a:solidFill>
                    <a:srgbClr val="92D050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042" name="Oval 1041">
                    <a:extLst>
                      <a:ext uri="{FF2B5EF4-FFF2-40B4-BE49-F238E27FC236}">
                        <a16:creationId xmlns:a16="http://schemas.microsoft.com/office/drawing/2014/main" id="{69BFCD29-D7A9-FAF8-321A-428752A47F4A}"/>
                      </a:ext>
                    </a:extLst>
                  </p:cNvPr>
                  <p:cNvSpPr/>
                  <p:nvPr/>
                </p:nvSpPr>
                <p:spPr>
                  <a:xfrm>
                    <a:off x="3630677" y="2678055"/>
                    <a:ext cx="182880" cy="182880"/>
                  </a:xfrm>
                  <a:prstGeom prst="ellipse">
                    <a:avLst/>
                  </a:prstGeom>
                  <a:solidFill>
                    <a:srgbClr val="95B176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043" name="Oval 1042">
                    <a:extLst>
                      <a:ext uri="{FF2B5EF4-FFF2-40B4-BE49-F238E27FC236}">
                        <a16:creationId xmlns:a16="http://schemas.microsoft.com/office/drawing/2014/main" id="{99902E95-178D-0F68-C25B-94FCF49FF31F}"/>
                      </a:ext>
                    </a:extLst>
                  </p:cNvPr>
                  <p:cNvSpPr/>
                  <p:nvPr/>
                </p:nvSpPr>
                <p:spPr>
                  <a:xfrm>
                    <a:off x="3739745" y="2425000"/>
                    <a:ext cx="182880" cy="182880"/>
                  </a:xfrm>
                  <a:prstGeom prst="ellipse">
                    <a:avLst/>
                  </a:prstGeom>
                  <a:solidFill>
                    <a:srgbClr val="A5A5A5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044" name="Oval 1043">
                    <a:extLst>
                      <a:ext uri="{FF2B5EF4-FFF2-40B4-BE49-F238E27FC236}">
                        <a16:creationId xmlns:a16="http://schemas.microsoft.com/office/drawing/2014/main" id="{97B09A9A-6AE2-DB20-F7BC-AFDAD0E65E14}"/>
                      </a:ext>
                    </a:extLst>
                  </p:cNvPr>
                  <p:cNvSpPr/>
                  <p:nvPr/>
                </p:nvSpPr>
                <p:spPr>
                  <a:xfrm>
                    <a:off x="3922625" y="2586615"/>
                    <a:ext cx="182880" cy="182880"/>
                  </a:xfrm>
                  <a:prstGeom prst="ellipse">
                    <a:avLst/>
                  </a:prstGeom>
                  <a:solidFill>
                    <a:srgbClr val="009900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045" name="Oval 1044">
                    <a:extLst>
                      <a:ext uri="{FF2B5EF4-FFF2-40B4-BE49-F238E27FC236}">
                        <a16:creationId xmlns:a16="http://schemas.microsoft.com/office/drawing/2014/main" id="{130BA31B-E8C8-7B1A-7FAC-0750D156328E}"/>
                      </a:ext>
                    </a:extLst>
                  </p:cNvPr>
                  <p:cNvSpPr/>
                  <p:nvPr/>
                </p:nvSpPr>
                <p:spPr>
                  <a:xfrm>
                    <a:off x="4174971" y="2516440"/>
                    <a:ext cx="182880" cy="182880"/>
                  </a:xfrm>
                  <a:prstGeom prst="ellipse">
                    <a:avLst/>
                  </a:prstGeom>
                  <a:solidFill>
                    <a:srgbClr val="E3F1D9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046" name="Oval 1045">
                    <a:extLst>
                      <a:ext uri="{FF2B5EF4-FFF2-40B4-BE49-F238E27FC236}">
                        <a16:creationId xmlns:a16="http://schemas.microsoft.com/office/drawing/2014/main" id="{63775AD4-1432-A6F7-E5F7-870E2B482D8B}"/>
                      </a:ext>
                    </a:extLst>
                  </p:cNvPr>
                  <p:cNvSpPr/>
                  <p:nvPr/>
                </p:nvSpPr>
                <p:spPr>
                  <a:xfrm>
                    <a:off x="4089557" y="2779553"/>
                    <a:ext cx="182880" cy="182880"/>
                  </a:xfrm>
                  <a:prstGeom prst="ellipse">
                    <a:avLst/>
                  </a:prstGeom>
                  <a:solidFill>
                    <a:srgbClr val="95B176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047" name="Oval 1046">
                    <a:extLst>
                      <a:ext uri="{FF2B5EF4-FFF2-40B4-BE49-F238E27FC236}">
                        <a16:creationId xmlns:a16="http://schemas.microsoft.com/office/drawing/2014/main" id="{5E0D2A88-F4D9-4333-2F41-151CB022B660}"/>
                      </a:ext>
                    </a:extLst>
                  </p:cNvPr>
                  <p:cNvSpPr/>
                  <p:nvPr/>
                </p:nvSpPr>
                <p:spPr>
                  <a:xfrm>
                    <a:off x="4003433" y="3016084"/>
                    <a:ext cx="182880" cy="182880"/>
                  </a:xfrm>
                  <a:prstGeom prst="ellipse">
                    <a:avLst/>
                  </a:prstGeom>
                  <a:solidFill>
                    <a:srgbClr val="A5A5A5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sp>
              <p:nvSpPr>
                <p:cNvPr id="1033" name="Rectangle 1032">
                  <a:extLst>
                    <a:ext uri="{FF2B5EF4-FFF2-40B4-BE49-F238E27FC236}">
                      <a16:creationId xmlns:a16="http://schemas.microsoft.com/office/drawing/2014/main" id="{E0F8FD74-C37F-554C-B479-7F34616CB285}"/>
                    </a:ext>
                  </a:extLst>
                </p:cNvPr>
                <p:cNvSpPr/>
                <p:nvPr/>
              </p:nvSpPr>
              <p:spPr>
                <a:xfrm>
                  <a:off x="2274435" y="2736549"/>
                  <a:ext cx="148856" cy="554531"/>
                </a:xfrm>
                <a:prstGeom prst="rect">
                  <a:avLst/>
                </a:prstGeom>
                <a:gradFill flip="none" rotWithShape="1">
                  <a:gsLst>
                    <a:gs pos="0">
                      <a:srgbClr val="009900"/>
                    </a:gs>
                    <a:gs pos="50000">
                      <a:srgbClr val="92D050"/>
                    </a:gs>
                    <a:gs pos="100000">
                      <a:srgbClr val="A5A5A5"/>
                    </a:gs>
                  </a:gsLst>
                  <a:lin ang="5400000" scaled="1"/>
                  <a:tileRect/>
                </a:gra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034" name="TextBox 1033">
                  <a:extLst>
                    <a:ext uri="{FF2B5EF4-FFF2-40B4-BE49-F238E27FC236}">
                      <a16:creationId xmlns:a16="http://schemas.microsoft.com/office/drawing/2014/main" id="{C948E947-7183-AFF7-A173-AFA0F9492B0A}"/>
                    </a:ext>
                  </a:extLst>
                </p:cNvPr>
                <p:cNvSpPr txBox="1"/>
                <p:nvPr/>
              </p:nvSpPr>
              <p:spPr>
                <a:xfrm>
                  <a:off x="2296281" y="2357334"/>
                  <a:ext cx="826368" cy="527766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1000" b="1" dirty="0"/>
                    <a:t>↑$$</a:t>
                  </a:r>
                </a:p>
              </p:txBody>
            </p:sp>
            <p:sp>
              <p:nvSpPr>
                <p:cNvPr id="1035" name="TextBox 1034">
                  <a:extLst>
                    <a:ext uri="{FF2B5EF4-FFF2-40B4-BE49-F238E27FC236}">
                      <a16:creationId xmlns:a16="http://schemas.microsoft.com/office/drawing/2014/main" id="{09791ACE-45DF-B884-798D-F538C58905A5}"/>
                    </a:ext>
                  </a:extLst>
                </p:cNvPr>
                <p:cNvSpPr txBox="1"/>
                <p:nvPr/>
              </p:nvSpPr>
              <p:spPr>
                <a:xfrm>
                  <a:off x="2289546" y="3113728"/>
                  <a:ext cx="846264" cy="54426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1000" b="1" dirty="0"/>
                    <a:t>↓$$</a:t>
                  </a:r>
                  <a:endParaRPr lang="en-US" sz="1400" b="1" dirty="0"/>
                </a:p>
              </p:txBody>
            </p:sp>
          </p:grpSp>
        </p:grpSp>
        <p:grpSp>
          <p:nvGrpSpPr>
            <p:cNvPr id="3127" name="Group 3126">
              <a:extLst>
                <a:ext uri="{FF2B5EF4-FFF2-40B4-BE49-F238E27FC236}">
                  <a16:creationId xmlns:a16="http://schemas.microsoft.com/office/drawing/2014/main" id="{10F6FBAF-DA15-F516-DD18-119689ABC696}"/>
                </a:ext>
              </a:extLst>
            </p:cNvPr>
            <p:cNvGrpSpPr/>
            <p:nvPr/>
          </p:nvGrpSpPr>
          <p:grpSpPr>
            <a:xfrm>
              <a:off x="6801754" y="2748147"/>
              <a:ext cx="1033750" cy="820961"/>
              <a:chOff x="6687050" y="2748147"/>
              <a:chExt cx="1033750" cy="820961"/>
            </a:xfrm>
          </p:grpSpPr>
          <p:sp>
            <p:nvSpPr>
              <p:cNvPr id="3126" name="Rectangle 3125">
                <a:extLst>
                  <a:ext uri="{FF2B5EF4-FFF2-40B4-BE49-F238E27FC236}">
                    <a16:creationId xmlns:a16="http://schemas.microsoft.com/office/drawing/2014/main" id="{07E39CC4-8DD8-E9F5-828B-10AF39513AFE}"/>
                  </a:ext>
                </a:extLst>
              </p:cNvPr>
              <p:cNvSpPr/>
              <p:nvPr/>
            </p:nvSpPr>
            <p:spPr>
              <a:xfrm>
                <a:off x="6708330" y="2748147"/>
                <a:ext cx="960120" cy="820961"/>
              </a:xfrm>
              <a:prstGeom prst="rect">
                <a:avLst/>
              </a:prstGeom>
              <a:solidFill>
                <a:srgbClr val="818105">
                  <a:alpha val="14902"/>
                </a:srgbClr>
              </a:solidFill>
              <a:ln w="28575">
                <a:solidFill>
                  <a:srgbClr val="818105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en-US" dirty="0"/>
              </a:p>
            </p:txBody>
          </p:sp>
          <p:grpSp>
            <p:nvGrpSpPr>
              <p:cNvPr id="1048" name="Group 1047">
                <a:extLst>
                  <a:ext uri="{FF2B5EF4-FFF2-40B4-BE49-F238E27FC236}">
                    <a16:creationId xmlns:a16="http://schemas.microsoft.com/office/drawing/2014/main" id="{21BF9C25-1BCE-91A6-1731-FDB8643191F9}"/>
                  </a:ext>
                </a:extLst>
              </p:cNvPr>
              <p:cNvGrpSpPr/>
              <p:nvPr/>
            </p:nvGrpSpPr>
            <p:grpSpPr>
              <a:xfrm>
                <a:off x="6687050" y="3075844"/>
                <a:ext cx="1033750" cy="330805"/>
                <a:chOff x="1208435" y="3641042"/>
                <a:chExt cx="1865656" cy="627798"/>
              </a:xfrm>
            </p:grpSpPr>
            <p:grpSp>
              <p:nvGrpSpPr>
                <p:cNvPr id="1049" name="Group 1048">
                  <a:extLst>
                    <a:ext uri="{FF2B5EF4-FFF2-40B4-BE49-F238E27FC236}">
                      <a16:creationId xmlns:a16="http://schemas.microsoft.com/office/drawing/2014/main" id="{C40E6A2E-893F-8F4D-D207-D0186E426097}"/>
                    </a:ext>
                  </a:extLst>
                </p:cNvPr>
                <p:cNvGrpSpPr/>
                <p:nvPr/>
              </p:nvGrpSpPr>
              <p:grpSpPr>
                <a:xfrm>
                  <a:off x="1464423" y="3725256"/>
                  <a:ext cx="1259424" cy="543584"/>
                  <a:chOff x="2348863" y="1329056"/>
                  <a:chExt cx="1259424" cy="543584"/>
                </a:xfrm>
              </p:grpSpPr>
              <p:sp>
                <p:nvSpPr>
                  <p:cNvPr id="1052" name="Oval 1051">
                    <a:extLst>
                      <a:ext uri="{FF2B5EF4-FFF2-40B4-BE49-F238E27FC236}">
                        <a16:creationId xmlns:a16="http://schemas.microsoft.com/office/drawing/2014/main" id="{6FE19F3D-3655-68A1-2D80-4525D31D7CAD}"/>
                      </a:ext>
                    </a:extLst>
                  </p:cNvPr>
                  <p:cNvSpPr/>
                  <p:nvPr/>
                </p:nvSpPr>
                <p:spPr>
                  <a:xfrm>
                    <a:off x="3195409" y="1689759"/>
                    <a:ext cx="182880" cy="182881"/>
                  </a:xfrm>
                  <a:prstGeom prst="ellipse">
                    <a:avLst/>
                  </a:prstGeom>
                  <a:solidFill>
                    <a:srgbClr val="95B176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/>
                  </a:p>
                </p:txBody>
              </p:sp>
              <p:sp>
                <p:nvSpPr>
                  <p:cNvPr id="1053" name="Oval 1052">
                    <a:extLst>
                      <a:ext uri="{FF2B5EF4-FFF2-40B4-BE49-F238E27FC236}">
                        <a16:creationId xmlns:a16="http://schemas.microsoft.com/office/drawing/2014/main" id="{4C7847DA-382D-49D0-7399-4270057CB7D3}"/>
                      </a:ext>
                    </a:extLst>
                  </p:cNvPr>
                  <p:cNvSpPr/>
                  <p:nvPr/>
                </p:nvSpPr>
                <p:spPr>
                  <a:xfrm>
                    <a:off x="2348863" y="1689760"/>
                    <a:ext cx="182880" cy="182880"/>
                  </a:xfrm>
                  <a:prstGeom prst="ellipse">
                    <a:avLst/>
                  </a:prstGeom>
                  <a:solidFill>
                    <a:srgbClr val="009900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054" name="Oval 1053">
                    <a:extLst>
                      <a:ext uri="{FF2B5EF4-FFF2-40B4-BE49-F238E27FC236}">
                        <a16:creationId xmlns:a16="http://schemas.microsoft.com/office/drawing/2014/main" id="{71C863D6-F17F-1AE5-B283-F8945D216F90}"/>
                      </a:ext>
                    </a:extLst>
                  </p:cNvPr>
                  <p:cNvSpPr/>
                  <p:nvPr/>
                </p:nvSpPr>
                <p:spPr>
                  <a:xfrm>
                    <a:off x="2572393" y="1689760"/>
                    <a:ext cx="182880" cy="182880"/>
                  </a:xfrm>
                  <a:prstGeom prst="ellipse">
                    <a:avLst/>
                  </a:prstGeom>
                  <a:solidFill>
                    <a:srgbClr val="92D050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055" name="Oval 1054">
                    <a:extLst>
                      <a:ext uri="{FF2B5EF4-FFF2-40B4-BE49-F238E27FC236}">
                        <a16:creationId xmlns:a16="http://schemas.microsoft.com/office/drawing/2014/main" id="{6C28254B-FFA1-AE48-5923-215480B77288}"/>
                      </a:ext>
                    </a:extLst>
                  </p:cNvPr>
                  <p:cNvSpPr/>
                  <p:nvPr/>
                </p:nvSpPr>
                <p:spPr>
                  <a:xfrm>
                    <a:off x="3425407" y="1689759"/>
                    <a:ext cx="182880" cy="182881"/>
                  </a:xfrm>
                  <a:prstGeom prst="ellipse">
                    <a:avLst/>
                  </a:prstGeom>
                  <a:solidFill>
                    <a:srgbClr val="A5A5A5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056" name="TextBox 1055">
                    <a:extLst>
                      <a:ext uri="{FF2B5EF4-FFF2-40B4-BE49-F238E27FC236}">
                        <a16:creationId xmlns:a16="http://schemas.microsoft.com/office/drawing/2014/main" id="{E748AD0E-90AF-221F-D199-EBAC48106053}"/>
                      </a:ext>
                    </a:extLst>
                  </p:cNvPr>
                  <p:cNvSpPr txBox="1"/>
                  <p:nvPr/>
                </p:nvSpPr>
                <p:spPr>
                  <a:xfrm>
                    <a:off x="2660070" y="1329056"/>
                    <a:ext cx="381835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dirty="0"/>
                      <a:t>…</a:t>
                    </a:r>
                  </a:p>
                </p:txBody>
              </p:sp>
            </p:grpSp>
            <p:sp>
              <p:nvSpPr>
                <p:cNvPr id="1050" name="TextBox 1049">
                  <a:extLst>
                    <a:ext uri="{FF2B5EF4-FFF2-40B4-BE49-F238E27FC236}">
                      <a16:creationId xmlns:a16="http://schemas.microsoft.com/office/drawing/2014/main" id="{F73BC232-8FA8-DAEB-74E5-E509F39F05AB}"/>
                    </a:ext>
                  </a:extLst>
                </p:cNvPr>
                <p:cNvSpPr txBox="1"/>
                <p:nvPr/>
              </p:nvSpPr>
              <p:spPr>
                <a:xfrm>
                  <a:off x="1208435" y="3653404"/>
                  <a:ext cx="872649" cy="525686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1200" dirty="0"/>
                    <a:t>Best</a:t>
                  </a:r>
                </a:p>
              </p:txBody>
            </p:sp>
            <p:sp>
              <p:nvSpPr>
                <p:cNvPr id="1051" name="TextBox 1050">
                  <a:extLst>
                    <a:ext uri="{FF2B5EF4-FFF2-40B4-BE49-F238E27FC236}">
                      <a16:creationId xmlns:a16="http://schemas.microsoft.com/office/drawing/2014/main" id="{247D1AE3-1633-28C6-1EFD-E6DC3A2007D1}"/>
                    </a:ext>
                  </a:extLst>
                </p:cNvPr>
                <p:cNvSpPr txBox="1"/>
                <p:nvPr/>
              </p:nvSpPr>
              <p:spPr>
                <a:xfrm>
                  <a:off x="2031681" y="3641042"/>
                  <a:ext cx="1042410" cy="525686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1200" dirty="0"/>
                    <a:t>Worst</a:t>
                  </a:r>
                </a:p>
              </p:txBody>
            </p:sp>
          </p:grpSp>
          <p:sp>
            <p:nvSpPr>
              <p:cNvPr id="3101" name="TextBox 3100">
                <a:extLst>
                  <a:ext uri="{FF2B5EF4-FFF2-40B4-BE49-F238E27FC236}">
                    <a16:creationId xmlns:a16="http://schemas.microsoft.com/office/drawing/2014/main" id="{5403F0A9-939E-16B7-C0BE-FDBFBF7A5413}"/>
                  </a:ext>
                </a:extLst>
              </p:cNvPr>
              <p:cNvSpPr txBox="1"/>
              <p:nvPr/>
            </p:nvSpPr>
            <p:spPr>
              <a:xfrm>
                <a:off x="6918284" y="2781516"/>
                <a:ext cx="540212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200" b="1" dirty="0">
                    <a:solidFill>
                      <a:srgbClr val="818105"/>
                    </a:solidFill>
                  </a:rPr>
                  <a:t>Rank</a:t>
                </a:r>
              </a:p>
            </p:txBody>
          </p:sp>
        </p:grpSp>
        <p:grpSp>
          <p:nvGrpSpPr>
            <p:cNvPr id="3129" name="Group 3128">
              <a:extLst>
                <a:ext uri="{FF2B5EF4-FFF2-40B4-BE49-F238E27FC236}">
                  <a16:creationId xmlns:a16="http://schemas.microsoft.com/office/drawing/2014/main" id="{4E0E5A79-CDB4-2CB6-06B4-EE9D735207AE}"/>
                </a:ext>
              </a:extLst>
            </p:cNvPr>
            <p:cNvGrpSpPr/>
            <p:nvPr/>
          </p:nvGrpSpPr>
          <p:grpSpPr>
            <a:xfrm>
              <a:off x="6071793" y="3965653"/>
              <a:ext cx="1386703" cy="769879"/>
              <a:chOff x="6071793" y="3813248"/>
              <a:chExt cx="1386703" cy="769879"/>
            </a:xfrm>
          </p:grpSpPr>
          <p:sp>
            <p:nvSpPr>
              <p:cNvPr id="3128" name="Rectangle 3127">
                <a:extLst>
                  <a:ext uri="{FF2B5EF4-FFF2-40B4-BE49-F238E27FC236}">
                    <a16:creationId xmlns:a16="http://schemas.microsoft.com/office/drawing/2014/main" id="{E13A5026-C172-A848-3DE5-9F6BB93398FF}"/>
                  </a:ext>
                </a:extLst>
              </p:cNvPr>
              <p:cNvSpPr/>
              <p:nvPr/>
            </p:nvSpPr>
            <p:spPr>
              <a:xfrm>
                <a:off x="6104256" y="3813248"/>
                <a:ext cx="1354240" cy="769879"/>
              </a:xfrm>
              <a:prstGeom prst="rect">
                <a:avLst/>
              </a:prstGeom>
              <a:solidFill>
                <a:srgbClr val="818105">
                  <a:alpha val="14902"/>
                </a:srgbClr>
              </a:solidFill>
              <a:ln w="28575">
                <a:solidFill>
                  <a:srgbClr val="818105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en-US" dirty="0"/>
              </a:p>
            </p:txBody>
          </p:sp>
          <p:grpSp>
            <p:nvGrpSpPr>
              <p:cNvPr id="1057" name="Group 1056">
                <a:extLst>
                  <a:ext uri="{FF2B5EF4-FFF2-40B4-BE49-F238E27FC236}">
                    <a16:creationId xmlns:a16="http://schemas.microsoft.com/office/drawing/2014/main" id="{BA5E53EE-7D16-7E1C-D530-F71D56B4787A}"/>
                  </a:ext>
                </a:extLst>
              </p:cNvPr>
              <p:cNvGrpSpPr/>
              <p:nvPr/>
            </p:nvGrpSpPr>
            <p:grpSpPr>
              <a:xfrm>
                <a:off x="6071793" y="4036457"/>
                <a:ext cx="1261258" cy="530710"/>
                <a:chOff x="209781" y="5012010"/>
                <a:chExt cx="2371487" cy="1036579"/>
              </a:xfrm>
            </p:grpSpPr>
            <p:grpSp>
              <p:nvGrpSpPr>
                <p:cNvPr id="1058" name="Group 1057">
                  <a:extLst>
                    <a:ext uri="{FF2B5EF4-FFF2-40B4-BE49-F238E27FC236}">
                      <a16:creationId xmlns:a16="http://schemas.microsoft.com/office/drawing/2014/main" id="{303BE3A8-3711-8450-3BD8-888FEE8A7AC2}"/>
                    </a:ext>
                  </a:extLst>
                </p:cNvPr>
                <p:cNvGrpSpPr/>
                <p:nvPr/>
              </p:nvGrpSpPr>
              <p:grpSpPr>
                <a:xfrm>
                  <a:off x="1342018" y="5124247"/>
                  <a:ext cx="1239250" cy="814276"/>
                  <a:chOff x="4237731" y="1212385"/>
                  <a:chExt cx="1239250" cy="814276"/>
                </a:xfrm>
              </p:grpSpPr>
              <p:sp>
                <p:nvSpPr>
                  <p:cNvPr id="1061" name="Oval 1060">
                    <a:extLst>
                      <a:ext uri="{FF2B5EF4-FFF2-40B4-BE49-F238E27FC236}">
                        <a16:creationId xmlns:a16="http://schemas.microsoft.com/office/drawing/2014/main" id="{276D443B-E712-393B-8F3C-0137E3096E6E}"/>
                      </a:ext>
                    </a:extLst>
                  </p:cNvPr>
                  <p:cNvSpPr/>
                  <p:nvPr/>
                </p:nvSpPr>
                <p:spPr>
                  <a:xfrm>
                    <a:off x="4302825" y="1267480"/>
                    <a:ext cx="182880" cy="182880"/>
                  </a:xfrm>
                  <a:prstGeom prst="ellipse">
                    <a:avLst/>
                  </a:prstGeom>
                  <a:solidFill>
                    <a:srgbClr val="95B176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062" name="Oval 1061">
                    <a:extLst>
                      <a:ext uri="{FF2B5EF4-FFF2-40B4-BE49-F238E27FC236}">
                        <a16:creationId xmlns:a16="http://schemas.microsoft.com/office/drawing/2014/main" id="{1C7A8797-1950-B60E-C3D2-FD8D23B1BD9A}"/>
                      </a:ext>
                    </a:extLst>
                  </p:cNvPr>
                  <p:cNvSpPr/>
                  <p:nvPr/>
                </p:nvSpPr>
                <p:spPr>
                  <a:xfrm>
                    <a:off x="4537611" y="1267480"/>
                    <a:ext cx="182880" cy="182880"/>
                  </a:xfrm>
                  <a:prstGeom prst="ellipse">
                    <a:avLst/>
                  </a:prstGeom>
                  <a:solidFill>
                    <a:srgbClr val="009900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063" name="Oval 1062">
                    <a:extLst>
                      <a:ext uri="{FF2B5EF4-FFF2-40B4-BE49-F238E27FC236}">
                        <a16:creationId xmlns:a16="http://schemas.microsoft.com/office/drawing/2014/main" id="{87C1A834-AC27-0D1D-D6E7-7D2D94E069D8}"/>
                      </a:ext>
                    </a:extLst>
                  </p:cNvPr>
                  <p:cNvSpPr/>
                  <p:nvPr/>
                </p:nvSpPr>
                <p:spPr>
                  <a:xfrm>
                    <a:off x="5232732" y="1267480"/>
                    <a:ext cx="182880" cy="182880"/>
                  </a:xfrm>
                  <a:prstGeom prst="ellipse">
                    <a:avLst/>
                  </a:prstGeom>
                  <a:solidFill>
                    <a:srgbClr val="92D050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064" name="Oval 1063">
                    <a:extLst>
                      <a:ext uri="{FF2B5EF4-FFF2-40B4-BE49-F238E27FC236}">
                        <a16:creationId xmlns:a16="http://schemas.microsoft.com/office/drawing/2014/main" id="{311C35D6-4FA3-6CAF-C16B-B0B250BF4650}"/>
                      </a:ext>
                    </a:extLst>
                  </p:cNvPr>
                  <p:cNvSpPr/>
                  <p:nvPr/>
                </p:nvSpPr>
                <p:spPr>
                  <a:xfrm>
                    <a:off x="4997946" y="1267480"/>
                    <a:ext cx="182880" cy="182880"/>
                  </a:xfrm>
                  <a:prstGeom prst="ellipse">
                    <a:avLst/>
                  </a:prstGeom>
                  <a:solidFill>
                    <a:srgbClr val="009900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grpSp>
                <p:nvGrpSpPr>
                  <p:cNvPr id="1065" name="Group 1064">
                    <a:extLst>
                      <a:ext uri="{FF2B5EF4-FFF2-40B4-BE49-F238E27FC236}">
                        <a16:creationId xmlns:a16="http://schemas.microsoft.com/office/drawing/2014/main" id="{B74F0B83-6426-492A-4687-F10D4F076687}"/>
                      </a:ext>
                    </a:extLst>
                  </p:cNvPr>
                  <p:cNvGrpSpPr/>
                  <p:nvPr/>
                </p:nvGrpSpPr>
                <p:grpSpPr>
                  <a:xfrm>
                    <a:off x="4537611" y="1784425"/>
                    <a:ext cx="182880" cy="182923"/>
                    <a:chOff x="5609303" y="2447573"/>
                    <a:chExt cx="182880" cy="182923"/>
                  </a:xfrm>
                </p:grpSpPr>
                <p:sp>
                  <p:nvSpPr>
                    <p:cNvPr id="1081" name="Oval 1080">
                      <a:extLst>
                        <a:ext uri="{FF2B5EF4-FFF2-40B4-BE49-F238E27FC236}">
                          <a16:creationId xmlns:a16="http://schemas.microsoft.com/office/drawing/2014/main" id="{B566D647-6A0C-C353-75DC-33D6FEA0AD22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609303" y="2447616"/>
                      <a:ext cx="182880" cy="182880"/>
                    </a:xfrm>
                    <a:prstGeom prst="ellipse">
                      <a:avLst/>
                    </a:prstGeom>
                    <a:solidFill>
                      <a:srgbClr val="95B176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  <p:sp>
                  <p:nvSpPr>
                    <p:cNvPr id="1082" name="Pie 1081">
                      <a:extLst>
                        <a:ext uri="{FF2B5EF4-FFF2-40B4-BE49-F238E27FC236}">
                          <a16:creationId xmlns:a16="http://schemas.microsoft.com/office/drawing/2014/main" id="{A68DF2D7-6498-C94B-235F-04977E118B8C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609303" y="2447573"/>
                      <a:ext cx="182880" cy="182880"/>
                    </a:xfrm>
                    <a:prstGeom prst="pie">
                      <a:avLst>
                        <a:gd name="adj1" fmla="val 2847946"/>
                        <a:gd name="adj2" fmla="val 13720470"/>
                      </a:avLst>
                    </a:prstGeom>
                    <a:solidFill>
                      <a:srgbClr val="0099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>
                        <a:solidFill>
                          <a:schemeClr val="tx1"/>
                        </a:solidFill>
                      </a:endParaRPr>
                    </a:p>
                  </p:txBody>
                </p:sp>
              </p:grpSp>
              <p:grpSp>
                <p:nvGrpSpPr>
                  <p:cNvPr id="1066" name="Group 1065">
                    <a:extLst>
                      <a:ext uri="{FF2B5EF4-FFF2-40B4-BE49-F238E27FC236}">
                        <a16:creationId xmlns:a16="http://schemas.microsoft.com/office/drawing/2014/main" id="{F8725308-2B48-48F3-50FB-48955F81F5AD}"/>
                      </a:ext>
                    </a:extLst>
                  </p:cNvPr>
                  <p:cNvGrpSpPr/>
                  <p:nvPr/>
                </p:nvGrpSpPr>
                <p:grpSpPr>
                  <a:xfrm>
                    <a:off x="4298398" y="1785898"/>
                    <a:ext cx="187307" cy="191250"/>
                    <a:chOff x="5540016" y="2694679"/>
                    <a:chExt cx="187307" cy="191250"/>
                  </a:xfrm>
                </p:grpSpPr>
                <p:sp>
                  <p:nvSpPr>
                    <p:cNvPr id="1079" name="Oval 1078">
                      <a:extLst>
                        <a:ext uri="{FF2B5EF4-FFF2-40B4-BE49-F238E27FC236}">
                          <a16:creationId xmlns:a16="http://schemas.microsoft.com/office/drawing/2014/main" id="{B3938570-BCE4-CE4F-8B31-E4C07D79DDF8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544443" y="2694679"/>
                      <a:ext cx="182880" cy="182880"/>
                    </a:xfrm>
                    <a:prstGeom prst="ellipse">
                      <a:avLst/>
                    </a:prstGeom>
                    <a:solidFill>
                      <a:srgbClr val="0099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  <p:sp>
                  <p:nvSpPr>
                    <p:cNvPr id="1080" name="Pie 1079">
                      <a:extLst>
                        <a:ext uri="{FF2B5EF4-FFF2-40B4-BE49-F238E27FC236}">
                          <a16:creationId xmlns:a16="http://schemas.microsoft.com/office/drawing/2014/main" id="{3F08CA09-2E1C-5354-1F82-F85C96C0F38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540016" y="2703049"/>
                      <a:ext cx="182880" cy="182880"/>
                    </a:xfrm>
                    <a:prstGeom prst="pie">
                      <a:avLst>
                        <a:gd name="adj1" fmla="val 2847946"/>
                        <a:gd name="adj2" fmla="val 13720470"/>
                      </a:avLst>
                    </a:prstGeom>
                    <a:solidFill>
                      <a:srgbClr val="95B176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>
                        <a:solidFill>
                          <a:schemeClr val="tx1"/>
                        </a:solidFill>
                      </a:endParaRPr>
                    </a:p>
                  </p:txBody>
                </p:sp>
              </p:grpSp>
              <p:grpSp>
                <p:nvGrpSpPr>
                  <p:cNvPr id="1067" name="Group 1066">
                    <a:extLst>
                      <a:ext uri="{FF2B5EF4-FFF2-40B4-BE49-F238E27FC236}">
                        <a16:creationId xmlns:a16="http://schemas.microsoft.com/office/drawing/2014/main" id="{E6B74861-3FC0-2812-0120-7239B392EB68}"/>
                      </a:ext>
                    </a:extLst>
                  </p:cNvPr>
                  <p:cNvGrpSpPr/>
                  <p:nvPr/>
                </p:nvGrpSpPr>
                <p:grpSpPr>
                  <a:xfrm>
                    <a:off x="5230676" y="1790412"/>
                    <a:ext cx="184936" cy="184708"/>
                    <a:chOff x="6103787" y="2596095"/>
                    <a:chExt cx="184936" cy="184708"/>
                  </a:xfrm>
                </p:grpSpPr>
                <p:sp>
                  <p:nvSpPr>
                    <p:cNvPr id="1077" name="Oval 1076">
                      <a:extLst>
                        <a:ext uri="{FF2B5EF4-FFF2-40B4-BE49-F238E27FC236}">
                          <a16:creationId xmlns:a16="http://schemas.microsoft.com/office/drawing/2014/main" id="{C6577F8D-CF31-C825-1F50-C3DCC2D49DE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105843" y="2597923"/>
                      <a:ext cx="182880" cy="182880"/>
                    </a:xfrm>
                    <a:prstGeom prst="ellipse">
                      <a:avLst/>
                    </a:prstGeom>
                    <a:solidFill>
                      <a:srgbClr val="0099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  <p:sp>
                  <p:nvSpPr>
                    <p:cNvPr id="1078" name="Pie 1077">
                      <a:extLst>
                        <a:ext uri="{FF2B5EF4-FFF2-40B4-BE49-F238E27FC236}">
                          <a16:creationId xmlns:a16="http://schemas.microsoft.com/office/drawing/2014/main" id="{B0299213-04D6-AB12-4DFF-4B3F55260982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103787" y="2596095"/>
                      <a:ext cx="182880" cy="182880"/>
                    </a:xfrm>
                    <a:prstGeom prst="pie">
                      <a:avLst>
                        <a:gd name="adj1" fmla="val 2847946"/>
                        <a:gd name="adj2" fmla="val 13720470"/>
                      </a:avLst>
                    </a:prstGeom>
                    <a:solidFill>
                      <a:srgbClr val="92D05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>
                        <a:solidFill>
                          <a:schemeClr val="tx1"/>
                        </a:solidFill>
                      </a:endParaRPr>
                    </a:p>
                  </p:txBody>
                </p:sp>
              </p:grpSp>
              <p:grpSp>
                <p:nvGrpSpPr>
                  <p:cNvPr id="1068" name="Group 1067">
                    <a:extLst>
                      <a:ext uri="{FF2B5EF4-FFF2-40B4-BE49-F238E27FC236}">
                        <a16:creationId xmlns:a16="http://schemas.microsoft.com/office/drawing/2014/main" id="{45924ADC-DFA5-37CC-A003-02512420AFA6}"/>
                      </a:ext>
                    </a:extLst>
                  </p:cNvPr>
                  <p:cNvGrpSpPr/>
                  <p:nvPr/>
                </p:nvGrpSpPr>
                <p:grpSpPr>
                  <a:xfrm>
                    <a:off x="4997946" y="1793125"/>
                    <a:ext cx="184238" cy="183742"/>
                    <a:chOff x="5910973" y="2935952"/>
                    <a:chExt cx="184238" cy="183742"/>
                  </a:xfrm>
                </p:grpSpPr>
                <p:sp>
                  <p:nvSpPr>
                    <p:cNvPr id="1075" name="Oval 1074">
                      <a:extLst>
                        <a:ext uri="{FF2B5EF4-FFF2-40B4-BE49-F238E27FC236}">
                          <a16:creationId xmlns:a16="http://schemas.microsoft.com/office/drawing/2014/main" id="{1E484511-E52A-216B-9F12-475D96A81FC9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912331" y="2936814"/>
                      <a:ext cx="182880" cy="182880"/>
                    </a:xfrm>
                    <a:prstGeom prst="ellipse">
                      <a:avLst/>
                    </a:prstGeom>
                    <a:solidFill>
                      <a:srgbClr val="92D05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  <p:sp>
                  <p:nvSpPr>
                    <p:cNvPr id="1076" name="Pie 1075">
                      <a:extLst>
                        <a:ext uri="{FF2B5EF4-FFF2-40B4-BE49-F238E27FC236}">
                          <a16:creationId xmlns:a16="http://schemas.microsoft.com/office/drawing/2014/main" id="{08CA778B-46C3-0963-6824-E7E37E1BCF95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910973" y="2935952"/>
                      <a:ext cx="182880" cy="182880"/>
                    </a:xfrm>
                    <a:prstGeom prst="pie">
                      <a:avLst>
                        <a:gd name="adj1" fmla="val 2847946"/>
                        <a:gd name="adj2" fmla="val 13720470"/>
                      </a:avLst>
                    </a:prstGeom>
                    <a:solidFill>
                      <a:srgbClr val="009900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>
                        <a:solidFill>
                          <a:schemeClr val="tx1"/>
                        </a:solidFill>
                      </a:endParaRPr>
                    </a:p>
                  </p:txBody>
                </p:sp>
              </p:grpSp>
              <p:sp>
                <p:nvSpPr>
                  <p:cNvPr id="1069" name="Rectangle 1068">
                    <a:extLst>
                      <a:ext uri="{FF2B5EF4-FFF2-40B4-BE49-F238E27FC236}">
                        <a16:creationId xmlns:a16="http://schemas.microsoft.com/office/drawing/2014/main" id="{2803D4D3-036B-2DEB-F153-525493AAE702}"/>
                      </a:ext>
                    </a:extLst>
                  </p:cNvPr>
                  <p:cNvSpPr/>
                  <p:nvPr/>
                </p:nvSpPr>
                <p:spPr>
                  <a:xfrm>
                    <a:off x="4237731" y="1212385"/>
                    <a:ext cx="553580" cy="293070"/>
                  </a:xfrm>
                  <a:prstGeom prst="rect">
                    <a:avLst/>
                  </a:prstGeom>
                  <a:noFill/>
                  <a:ln>
                    <a:solidFill>
                      <a:schemeClr val="tx1"/>
                    </a:solidFill>
                    <a:prstDash val="sysDash"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/>
                  </a:p>
                </p:txBody>
              </p:sp>
              <p:sp>
                <p:nvSpPr>
                  <p:cNvPr id="1070" name="Rectangle 1069">
                    <a:extLst>
                      <a:ext uri="{FF2B5EF4-FFF2-40B4-BE49-F238E27FC236}">
                        <a16:creationId xmlns:a16="http://schemas.microsoft.com/office/drawing/2014/main" id="{83863957-C19A-5141-765D-B8909A0886E7}"/>
                      </a:ext>
                    </a:extLst>
                  </p:cNvPr>
                  <p:cNvSpPr/>
                  <p:nvPr/>
                </p:nvSpPr>
                <p:spPr>
                  <a:xfrm>
                    <a:off x="4237731" y="1733591"/>
                    <a:ext cx="553580" cy="293070"/>
                  </a:xfrm>
                  <a:prstGeom prst="rect">
                    <a:avLst/>
                  </a:prstGeom>
                  <a:noFill/>
                  <a:ln>
                    <a:solidFill>
                      <a:schemeClr val="tx1"/>
                    </a:solidFill>
                    <a:prstDash val="sysDash"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071" name="Rectangle 1070">
                    <a:extLst>
                      <a:ext uri="{FF2B5EF4-FFF2-40B4-BE49-F238E27FC236}">
                        <a16:creationId xmlns:a16="http://schemas.microsoft.com/office/drawing/2014/main" id="{56944B57-EA1D-7BF8-AA88-677AEDB47124}"/>
                      </a:ext>
                    </a:extLst>
                  </p:cNvPr>
                  <p:cNvSpPr/>
                  <p:nvPr/>
                </p:nvSpPr>
                <p:spPr>
                  <a:xfrm>
                    <a:off x="4923401" y="1212385"/>
                    <a:ext cx="553580" cy="293070"/>
                  </a:xfrm>
                  <a:prstGeom prst="rect">
                    <a:avLst/>
                  </a:prstGeom>
                  <a:noFill/>
                  <a:ln>
                    <a:solidFill>
                      <a:schemeClr val="tx1"/>
                    </a:solidFill>
                    <a:prstDash val="sysDash"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072" name="Rectangle 1071">
                    <a:extLst>
                      <a:ext uri="{FF2B5EF4-FFF2-40B4-BE49-F238E27FC236}">
                        <a16:creationId xmlns:a16="http://schemas.microsoft.com/office/drawing/2014/main" id="{D2DB6A90-7787-FD87-EF63-72A36195C8C1}"/>
                      </a:ext>
                    </a:extLst>
                  </p:cNvPr>
                  <p:cNvSpPr/>
                  <p:nvPr/>
                </p:nvSpPr>
                <p:spPr>
                  <a:xfrm>
                    <a:off x="4923401" y="1733591"/>
                    <a:ext cx="553580" cy="293070"/>
                  </a:xfrm>
                  <a:prstGeom prst="rect">
                    <a:avLst/>
                  </a:prstGeom>
                  <a:noFill/>
                  <a:ln>
                    <a:solidFill>
                      <a:schemeClr val="tx1"/>
                    </a:solidFill>
                    <a:prstDash val="sysDash"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cxnSp>
                <p:nvCxnSpPr>
                  <p:cNvPr id="1073" name="Straight Arrow Connector 1072">
                    <a:extLst>
                      <a:ext uri="{FF2B5EF4-FFF2-40B4-BE49-F238E27FC236}">
                        <a16:creationId xmlns:a16="http://schemas.microsoft.com/office/drawing/2014/main" id="{97EA0820-30BD-135B-2F5C-EEE5679B0FE6}"/>
                      </a:ext>
                    </a:extLst>
                  </p:cNvPr>
                  <p:cNvCxnSpPr>
                    <a:cxnSpLocks/>
                    <a:stCxn id="1069" idx="2"/>
                    <a:endCxn id="1070" idx="0"/>
                  </p:cNvCxnSpPr>
                  <p:nvPr/>
                </p:nvCxnSpPr>
                <p:spPr>
                  <a:xfrm>
                    <a:off x="4514521" y="1505455"/>
                    <a:ext cx="0" cy="228136"/>
                  </a:xfrm>
                  <a:prstGeom prst="straightConnector1">
                    <a:avLst/>
                  </a:prstGeom>
                  <a:ln>
                    <a:solidFill>
                      <a:schemeClr val="tx1"/>
                    </a:solidFill>
                    <a:tailEnd type="triangle"/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074" name="Straight Arrow Connector 1073">
                    <a:extLst>
                      <a:ext uri="{FF2B5EF4-FFF2-40B4-BE49-F238E27FC236}">
                        <a16:creationId xmlns:a16="http://schemas.microsoft.com/office/drawing/2014/main" id="{7C53EC10-2D5F-5AD8-8270-DE9EB52B3A6B}"/>
                      </a:ext>
                    </a:extLst>
                  </p:cNvPr>
                  <p:cNvCxnSpPr>
                    <a:cxnSpLocks/>
                    <a:stCxn id="1071" idx="2"/>
                    <a:endCxn id="1072" idx="0"/>
                  </p:cNvCxnSpPr>
                  <p:nvPr/>
                </p:nvCxnSpPr>
                <p:spPr>
                  <a:xfrm>
                    <a:off x="5200191" y="1505455"/>
                    <a:ext cx="0" cy="228136"/>
                  </a:xfrm>
                  <a:prstGeom prst="straightConnector1">
                    <a:avLst/>
                  </a:prstGeom>
                  <a:ln>
                    <a:solidFill>
                      <a:schemeClr val="tx1"/>
                    </a:solidFill>
                    <a:tailEnd type="triangle"/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sp>
              <p:nvSpPr>
                <p:cNvPr id="1059" name="TextBox 1058">
                  <a:extLst>
                    <a:ext uri="{FF2B5EF4-FFF2-40B4-BE49-F238E27FC236}">
                      <a16:creationId xmlns:a16="http://schemas.microsoft.com/office/drawing/2014/main" id="{5B8E1E50-1A0B-FF01-1678-35EC3AA5ABE1}"/>
                    </a:ext>
                  </a:extLst>
                </p:cNvPr>
                <p:cNvSpPr txBox="1"/>
                <p:nvPr/>
              </p:nvSpPr>
              <p:spPr>
                <a:xfrm>
                  <a:off x="300203" y="5012010"/>
                  <a:ext cx="1151972" cy="48091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1000" dirty="0"/>
                    <a:t>Parents</a:t>
                  </a:r>
                </a:p>
              </p:txBody>
            </p:sp>
            <p:sp>
              <p:nvSpPr>
                <p:cNvPr id="1060" name="TextBox 1059">
                  <a:extLst>
                    <a:ext uri="{FF2B5EF4-FFF2-40B4-BE49-F238E27FC236}">
                      <a16:creationId xmlns:a16="http://schemas.microsoft.com/office/drawing/2014/main" id="{7C6688A7-6777-342B-02C6-08DF2E2D5979}"/>
                    </a:ext>
                  </a:extLst>
                </p:cNvPr>
                <p:cNvSpPr txBox="1"/>
                <p:nvPr/>
              </p:nvSpPr>
              <p:spPr>
                <a:xfrm>
                  <a:off x="209781" y="5567672"/>
                  <a:ext cx="1242394" cy="48091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1000" dirty="0"/>
                    <a:t>Children</a:t>
                  </a:r>
                </a:p>
              </p:txBody>
            </p:sp>
          </p:grpSp>
          <p:sp>
            <p:nvSpPr>
              <p:cNvPr id="3102" name="TextBox 3101">
                <a:extLst>
                  <a:ext uri="{FF2B5EF4-FFF2-40B4-BE49-F238E27FC236}">
                    <a16:creationId xmlns:a16="http://schemas.microsoft.com/office/drawing/2014/main" id="{675E7578-8A5E-6CC1-642E-A0DE9A0AFEDF}"/>
                  </a:ext>
                </a:extLst>
              </p:cNvPr>
              <p:cNvSpPr txBox="1"/>
              <p:nvPr/>
            </p:nvSpPr>
            <p:spPr>
              <a:xfrm>
                <a:off x="6514380" y="3833106"/>
                <a:ext cx="533992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200" b="1" dirty="0">
                    <a:solidFill>
                      <a:srgbClr val="818105"/>
                    </a:solidFill>
                  </a:rPr>
                  <a:t>Mate</a:t>
                </a:r>
              </a:p>
            </p:txBody>
          </p:sp>
        </p:grpSp>
        <p:cxnSp>
          <p:nvCxnSpPr>
            <p:cNvPr id="3132" name="Straight Arrow Connector 3131">
              <a:extLst>
                <a:ext uri="{FF2B5EF4-FFF2-40B4-BE49-F238E27FC236}">
                  <a16:creationId xmlns:a16="http://schemas.microsoft.com/office/drawing/2014/main" id="{A844F958-8DDE-B07F-90FC-852D723C4AFD}"/>
                </a:ext>
              </a:extLst>
            </p:cNvPr>
            <p:cNvCxnSpPr>
              <a:cxnSpLocks/>
              <a:stCxn id="3104" idx="3"/>
              <a:endCxn id="3109" idx="1"/>
            </p:cNvCxnSpPr>
            <p:nvPr/>
          </p:nvCxnSpPr>
          <p:spPr>
            <a:xfrm>
              <a:off x="5204423" y="3158628"/>
              <a:ext cx="202198" cy="0"/>
            </a:xfrm>
            <a:prstGeom prst="straightConnector1">
              <a:avLst/>
            </a:prstGeom>
            <a:ln>
              <a:solidFill>
                <a:srgbClr val="818105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36" name="Straight Arrow Connector 3135">
              <a:extLst>
                <a:ext uri="{FF2B5EF4-FFF2-40B4-BE49-F238E27FC236}">
                  <a16:creationId xmlns:a16="http://schemas.microsoft.com/office/drawing/2014/main" id="{C33058EB-A7CD-67C8-B86D-FCB1C937D0E1}"/>
                </a:ext>
              </a:extLst>
            </p:cNvPr>
            <p:cNvCxnSpPr>
              <a:cxnSpLocks/>
              <a:stCxn id="3109" idx="3"/>
              <a:endCxn id="3126" idx="1"/>
            </p:cNvCxnSpPr>
            <p:nvPr/>
          </p:nvCxnSpPr>
          <p:spPr>
            <a:xfrm>
              <a:off x="6627770" y="3158628"/>
              <a:ext cx="195264" cy="0"/>
            </a:xfrm>
            <a:prstGeom prst="straightConnector1">
              <a:avLst/>
            </a:prstGeom>
            <a:ln>
              <a:solidFill>
                <a:srgbClr val="818105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39" name="Straight Arrow Connector 3138">
              <a:extLst>
                <a:ext uri="{FF2B5EF4-FFF2-40B4-BE49-F238E27FC236}">
                  <a16:creationId xmlns:a16="http://schemas.microsoft.com/office/drawing/2014/main" id="{A3C021D4-8BE1-8234-3B78-656F6370C72D}"/>
                </a:ext>
              </a:extLst>
            </p:cNvPr>
            <p:cNvCxnSpPr>
              <a:cxnSpLocks/>
              <a:stCxn id="3128" idx="1"/>
              <a:endCxn id="3107" idx="3"/>
            </p:cNvCxnSpPr>
            <p:nvPr/>
          </p:nvCxnSpPr>
          <p:spPr>
            <a:xfrm flipH="1">
              <a:off x="5906085" y="4350593"/>
              <a:ext cx="198171" cy="1"/>
            </a:xfrm>
            <a:prstGeom prst="straightConnector1">
              <a:avLst/>
            </a:prstGeom>
            <a:ln>
              <a:solidFill>
                <a:srgbClr val="818105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45" name="Elbow Connector 3144">
              <a:extLst>
                <a:ext uri="{FF2B5EF4-FFF2-40B4-BE49-F238E27FC236}">
                  <a16:creationId xmlns:a16="http://schemas.microsoft.com/office/drawing/2014/main" id="{CA61E730-82D7-5121-53EF-7569A1397C57}"/>
                </a:ext>
              </a:extLst>
            </p:cNvPr>
            <p:cNvCxnSpPr>
              <a:cxnSpLocks/>
              <a:stCxn id="3126" idx="2"/>
              <a:endCxn id="3128" idx="3"/>
            </p:cNvCxnSpPr>
            <p:nvPr/>
          </p:nvCxnSpPr>
          <p:spPr>
            <a:xfrm rot="16200000" flipH="1">
              <a:off x="6990053" y="3882149"/>
              <a:ext cx="781485" cy="155402"/>
            </a:xfrm>
            <a:prstGeom prst="bentConnector4">
              <a:avLst>
                <a:gd name="adj1" fmla="val 25371"/>
                <a:gd name="adj2" fmla="val 308915"/>
              </a:avLst>
            </a:prstGeom>
            <a:ln>
              <a:solidFill>
                <a:srgbClr val="818105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50" name="Elbow Connector 3149">
              <a:extLst>
                <a:ext uri="{FF2B5EF4-FFF2-40B4-BE49-F238E27FC236}">
                  <a16:creationId xmlns:a16="http://schemas.microsoft.com/office/drawing/2014/main" id="{A28C7636-B009-85BF-FED0-EC0E14B667DB}"/>
                </a:ext>
              </a:extLst>
            </p:cNvPr>
            <p:cNvCxnSpPr>
              <a:cxnSpLocks/>
              <a:stCxn id="3107" idx="0"/>
              <a:endCxn id="3109" idx="2"/>
            </p:cNvCxnSpPr>
            <p:nvPr/>
          </p:nvCxnSpPr>
          <p:spPr>
            <a:xfrm rot="5400000" flipH="1" flipV="1">
              <a:off x="5464284" y="3412743"/>
              <a:ext cx="396546" cy="709277"/>
            </a:xfrm>
            <a:prstGeom prst="bentConnector3">
              <a:avLst>
                <a:gd name="adj1" fmla="val 50000"/>
              </a:avLst>
            </a:prstGeom>
            <a:ln>
              <a:solidFill>
                <a:srgbClr val="818105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154" name="TextBox 3153">
              <a:extLst>
                <a:ext uri="{FF2B5EF4-FFF2-40B4-BE49-F238E27FC236}">
                  <a16:creationId xmlns:a16="http://schemas.microsoft.com/office/drawing/2014/main" id="{E1287AB0-7D11-4C3C-F563-3004FA60800A}"/>
                </a:ext>
              </a:extLst>
            </p:cNvPr>
            <p:cNvSpPr txBox="1"/>
            <p:nvPr/>
          </p:nvSpPr>
          <p:spPr>
            <a:xfrm>
              <a:off x="4554345" y="3563571"/>
              <a:ext cx="783484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sz="1000" i="1" dirty="0">
                  <a:solidFill>
                    <a:srgbClr val="818105"/>
                  </a:solidFill>
                </a:rPr>
                <a:t>Repeat for 100 gens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46760142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A47ED4-929B-21D5-2963-EA70CAF872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6" name="TextBox 1095">
            <a:extLst>
              <a:ext uri="{FF2B5EF4-FFF2-40B4-BE49-F238E27FC236}">
                <a16:creationId xmlns:a16="http://schemas.microsoft.com/office/drawing/2014/main" id="{BC29A100-0F6C-30DF-6A16-F1748D07B493}"/>
              </a:ext>
            </a:extLst>
          </p:cNvPr>
          <p:cNvSpPr txBox="1"/>
          <p:nvPr/>
        </p:nvSpPr>
        <p:spPr>
          <a:xfrm>
            <a:off x="3719510" y="3251337"/>
            <a:ext cx="206216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rgbClr val="276113"/>
                </a:solidFill>
                <a:latin typeface="Garamond" panose="02020404030301010803" pitchFamily="18" charset="0"/>
              </a:rPr>
              <a:t>Repeat for 100 generations</a:t>
            </a:r>
          </a:p>
        </p:txBody>
      </p:sp>
      <p:grpSp>
        <p:nvGrpSpPr>
          <p:cNvPr id="1170" name="Group 1169">
            <a:extLst>
              <a:ext uri="{FF2B5EF4-FFF2-40B4-BE49-F238E27FC236}">
                <a16:creationId xmlns:a16="http://schemas.microsoft.com/office/drawing/2014/main" id="{950F3C5B-3E35-FD2B-3814-81EC25C68E7E}"/>
              </a:ext>
            </a:extLst>
          </p:cNvPr>
          <p:cNvGrpSpPr/>
          <p:nvPr/>
        </p:nvGrpSpPr>
        <p:grpSpPr>
          <a:xfrm>
            <a:off x="2392423" y="1192582"/>
            <a:ext cx="2138717" cy="1980523"/>
            <a:chOff x="265604" y="161685"/>
            <a:chExt cx="2138717" cy="1980523"/>
          </a:xfrm>
        </p:grpSpPr>
        <p:sp>
          <p:nvSpPr>
            <p:cNvPr id="2" name="Rectangle 1">
              <a:extLst>
                <a:ext uri="{FF2B5EF4-FFF2-40B4-BE49-F238E27FC236}">
                  <a16:creationId xmlns:a16="http://schemas.microsoft.com/office/drawing/2014/main" id="{91579CDE-5EB1-5543-ADC5-C792310C3EF6}"/>
                </a:ext>
              </a:extLst>
            </p:cNvPr>
            <p:cNvSpPr/>
            <p:nvPr/>
          </p:nvSpPr>
          <p:spPr>
            <a:xfrm>
              <a:off x="265604" y="161685"/>
              <a:ext cx="2138717" cy="1980523"/>
            </a:xfrm>
            <a:prstGeom prst="rect">
              <a:avLst/>
            </a:prstGeom>
            <a:solidFill>
              <a:srgbClr val="E3F1D9"/>
            </a:solidFill>
            <a:ln w="38100">
              <a:solidFill>
                <a:srgbClr val="00800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057" name="Group 1056">
              <a:extLst>
                <a:ext uri="{FF2B5EF4-FFF2-40B4-BE49-F238E27FC236}">
                  <a16:creationId xmlns:a16="http://schemas.microsoft.com/office/drawing/2014/main" id="{CF0756C4-24D5-A257-115A-A00B22883A24}"/>
                </a:ext>
              </a:extLst>
            </p:cNvPr>
            <p:cNvGrpSpPr/>
            <p:nvPr/>
          </p:nvGrpSpPr>
          <p:grpSpPr>
            <a:xfrm>
              <a:off x="684329" y="1152356"/>
              <a:ext cx="1275552" cy="773964"/>
              <a:chOff x="3082299" y="2425000"/>
              <a:chExt cx="1275552" cy="773964"/>
            </a:xfrm>
            <a:solidFill>
              <a:schemeClr val="bg1"/>
            </a:solidFill>
          </p:grpSpPr>
          <p:sp>
            <p:nvSpPr>
              <p:cNvPr id="1058" name="Oval 1057">
                <a:extLst>
                  <a:ext uri="{FF2B5EF4-FFF2-40B4-BE49-F238E27FC236}">
                    <a16:creationId xmlns:a16="http://schemas.microsoft.com/office/drawing/2014/main" id="{DC40777F-FED3-D527-1057-375A50F3D922}"/>
                  </a:ext>
                </a:extLst>
              </p:cNvPr>
              <p:cNvSpPr/>
              <p:nvPr/>
            </p:nvSpPr>
            <p:spPr>
              <a:xfrm>
                <a:off x="3082299" y="2527748"/>
                <a:ext cx="182880" cy="182880"/>
              </a:xfrm>
              <a:prstGeom prst="ellipse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1059" name="Oval 1058">
                <a:extLst>
                  <a:ext uri="{FF2B5EF4-FFF2-40B4-BE49-F238E27FC236}">
                    <a16:creationId xmlns:a16="http://schemas.microsoft.com/office/drawing/2014/main" id="{0D6F392E-5BD6-5B35-BA84-CF58CBAC204A}"/>
                  </a:ext>
                </a:extLst>
              </p:cNvPr>
              <p:cNvSpPr/>
              <p:nvPr/>
            </p:nvSpPr>
            <p:spPr>
              <a:xfrm>
                <a:off x="3426085" y="2436308"/>
                <a:ext cx="182880" cy="182880"/>
              </a:xfrm>
              <a:prstGeom prst="ellipse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1060" name="Oval 1059">
                <a:extLst>
                  <a:ext uri="{FF2B5EF4-FFF2-40B4-BE49-F238E27FC236}">
                    <a16:creationId xmlns:a16="http://schemas.microsoft.com/office/drawing/2014/main" id="{290C0EAA-D3AB-B6F8-D309-8E17086FC3C3}"/>
                  </a:ext>
                </a:extLst>
              </p:cNvPr>
              <p:cNvSpPr/>
              <p:nvPr/>
            </p:nvSpPr>
            <p:spPr>
              <a:xfrm>
                <a:off x="3361225" y="2683371"/>
                <a:ext cx="182880" cy="182880"/>
              </a:xfrm>
              <a:prstGeom prst="ellipse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1061" name="Oval 1060">
                <a:extLst>
                  <a:ext uri="{FF2B5EF4-FFF2-40B4-BE49-F238E27FC236}">
                    <a16:creationId xmlns:a16="http://schemas.microsoft.com/office/drawing/2014/main" id="{75174DA4-4C6A-EEA3-DE90-405F7F0D8650}"/>
                  </a:ext>
                </a:extLst>
              </p:cNvPr>
              <p:cNvSpPr/>
              <p:nvPr/>
            </p:nvSpPr>
            <p:spPr>
              <a:xfrm>
                <a:off x="3140954" y="2860935"/>
                <a:ext cx="182880" cy="182880"/>
              </a:xfrm>
              <a:prstGeom prst="ellipse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1062" name="Oval 1061">
                <a:extLst>
                  <a:ext uri="{FF2B5EF4-FFF2-40B4-BE49-F238E27FC236}">
                    <a16:creationId xmlns:a16="http://schemas.microsoft.com/office/drawing/2014/main" id="{195DECC7-785B-FE71-F237-5F69EF2908CD}"/>
                  </a:ext>
                </a:extLst>
              </p:cNvPr>
              <p:cNvSpPr/>
              <p:nvPr/>
            </p:nvSpPr>
            <p:spPr>
              <a:xfrm>
                <a:off x="3394458" y="2983985"/>
                <a:ext cx="182880" cy="182880"/>
              </a:xfrm>
              <a:prstGeom prst="ellipse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1063" name="Oval 1062">
                <a:extLst>
                  <a:ext uri="{FF2B5EF4-FFF2-40B4-BE49-F238E27FC236}">
                    <a16:creationId xmlns:a16="http://schemas.microsoft.com/office/drawing/2014/main" id="{90B81180-0281-BFA3-968F-A2D3A5D0BDD9}"/>
                  </a:ext>
                </a:extLst>
              </p:cNvPr>
              <p:cNvSpPr/>
              <p:nvPr/>
            </p:nvSpPr>
            <p:spPr>
              <a:xfrm>
                <a:off x="3729113" y="2925506"/>
                <a:ext cx="182880" cy="182880"/>
              </a:xfrm>
              <a:prstGeom prst="ellipse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1064" name="Oval 1063">
                <a:extLst>
                  <a:ext uri="{FF2B5EF4-FFF2-40B4-BE49-F238E27FC236}">
                    <a16:creationId xmlns:a16="http://schemas.microsoft.com/office/drawing/2014/main" id="{67ECA52E-2DB1-1849-2279-37BC2BA7B339}"/>
                  </a:ext>
                </a:extLst>
              </p:cNvPr>
              <p:cNvSpPr/>
              <p:nvPr/>
            </p:nvSpPr>
            <p:spPr>
              <a:xfrm>
                <a:off x="3630677" y="2678055"/>
                <a:ext cx="182880" cy="182880"/>
              </a:xfrm>
              <a:prstGeom prst="ellipse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1065" name="Oval 1064">
                <a:extLst>
                  <a:ext uri="{FF2B5EF4-FFF2-40B4-BE49-F238E27FC236}">
                    <a16:creationId xmlns:a16="http://schemas.microsoft.com/office/drawing/2014/main" id="{77894ABB-C50C-181C-4D04-207E827218EE}"/>
                  </a:ext>
                </a:extLst>
              </p:cNvPr>
              <p:cNvSpPr/>
              <p:nvPr/>
            </p:nvSpPr>
            <p:spPr>
              <a:xfrm>
                <a:off x="3739745" y="2425000"/>
                <a:ext cx="182880" cy="182880"/>
              </a:xfrm>
              <a:prstGeom prst="ellipse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1066" name="Oval 1065">
                <a:extLst>
                  <a:ext uri="{FF2B5EF4-FFF2-40B4-BE49-F238E27FC236}">
                    <a16:creationId xmlns:a16="http://schemas.microsoft.com/office/drawing/2014/main" id="{5B97A8E6-64E1-F300-1615-ACB75483B7CA}"/>
                  </a:ext>
                </a:extLst>
              </p:cNvPr>
              <p:cNvSpPr/>
              <p:nvPr/>
            </p:nvSpPr>
            <p:spPr>
              <a:xfrm>
                <a:off x="3922625" y="2586615"/>
                <a:ext cx="182880" cy="182880"/>
              </a:xfrm>
              <a:prstGeom prst="ellipse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1067" name="Oval 1066">
                <a:extLst>
                  <a:ext uri="{FF2B5EF4-FFF2-40B4-BE49-F238E27FC236}">
                    <a16:creationId xmlns:a16="http://schemas.microsoft.com/office/drawing/2014/main" id="{52C36D6B-F80F-37B7-9C46-A4099BBA50AC}"/>
                  </a:ext>
                </a:extLst>
              </p:cNvPr>
              <p:cNvSpPr/>
              <p:nvPr/>
            </p:nvSpPr>
            <p:spPr>
              <a:xfrm>
                <a:off x="4174971" y="2516440"/>
                <a:ext cx="182880" cy="182880"/>
              </a:xfrm>
              <a:prstGeom prst="ellipse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1068" name="Oval 1067">
                <a:extLst>
                  <a:ext uri="{FF2B5EF4-FFF2-40B4-BE49-F238E27FC236}">
                    <a16:creationId xmlns:a16="http://schemas.microsoft.com/office/drawing/2014/main" id="{F9CFD78D-7A10-325D-2ED0-789D3BFA35E4}"/>
                  </a:ext>
                </a:extLst>
              </p:cNvPr>
              <p:cNvSpPr/>
              <p:nvPr/>
            </p:nvSpPr>
            <p:spPr>
              <a:xfrm>
                <a:off x="4089557" y="2779553"/>
                <a:ext cx="182880" cy="182880"/>
              </a:xfrm>
              <a:prstGeom prst="ellipse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1069" name="Oval 1068">
                <a:extLst>
                  <a:ext uri="{FF2B5EF4-FFF2-40B4-BE49-F238E27FC236}">
                    <a16:creationId xmlns:a16="http://schemas.microsoft.com/office/drawing/2014/main" id="{09C69104-4B18-30D3-0925-9C9FB3E6F0CB}"/>
                  </a:ext>
                </a:extLst>
              </p:cNvPr>
              <p:cNvSpPr/>
              <p:nvPr/>
            </p:nvSpPr>
            <p:spPr>
              <a:xfrm>
                <a:off x="4003433" y="3016084"/>
                <a:ext cx="182880" cy="182880"/>
              </a:xfrm>
              <a:prstGeom prst="ellipse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1081" name="TextBox 1080">
              <a:extLst>
                <a:ext uri="{FF2B5EF4-FFF2-40B4-BE49-F238E27FC236}">
                  <a16:creationId xmlns:a16="http://schemas.microsoft.com/office/drawing/2014/main" id="{B0DA1E61-A574-04F0-3CE0-1FB939E1B795}"/>
                </a:ext>
              </a:extLst>
            </p:cNvPr>
            <p:cNvSpPr txBox="1"/>
            <p:nvPr/>
          </p:nvSpPr>
          <p:spPr>
            <a:xfrm>
              <a:off x="309143" y="524645"/>
              <a:ext cx="2044149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400" dirty="0">
                  <a:solidFill>
                    <a:srgbClr val="276113"/>
                  </a:solidFill>
                  <a:latin typeface="Garamond" panose="02020404030301010803" pitchFamily="18" charset="0"/>
                </a:rPr>
                <a:t>A fully random population</a:t>
              </a:r>
            </a:p>
            <a:p>
              <a:pPr algn="ctr"/>
              <a:r>
                <a:rPr lang="en-US" sz="1400" dirty="0">
                  <a:solidFill>
                    <a:srgbClr val="276113"/>
                  </a:solidFill>
                  <a:latin typeface="Garamond" panose="02020404030301010803" pitchFamily="18" charset="0"/>
                </a:rPr>
                <a:t>(initial </a:t>
              </a:r>
              <a:r>
                <a:rPr lang="en-US" sz="1400" dirty="0" err="1">
                  <a:solidFill>
                    <a:srgbClr val="276113"/>
                  </a:solidFill>
                  <a:latin typeface="Garamond" panose="02020404030301010803" pitchFamily="18" charset="0"/>
                </a:rPr>
                <a:t>irr</a:t>
              </a:r>
              <a:r>
                <a:rPr lang="en-US" sz="1400" dirty="0">
                  <a:solidFill>
                    <a:srgbClr val="276113"/>
                  </a:solidFill>
                  <a:latin typeface="Garamond" panose="02020404030301010803" pitchFamily="18" charset="0"/>
                </a:rPr>
                <a:t>/</a:t>
              </a:r>
              <a:r>
                <a:rPr lang="en-US" sz="1400" dirty="0" err="1">
                  <a:solidFill>
                    <a:srgbClr val="276113"/>
                  </a:solidFill>
                  <a:latin typeface="Garamond" panose="02020404030301010803" pitchFamily="18" charset="0"/>
                </a:rPr>
                <a:t>fert</a:t>
              </a:r>
              <a:r>
                <a:rPr lang="en-US" sz="1400" dirty="0">
                  <a:solidFill>
                    <a:srgbClr val="276113"/>
                  </a:solidFill>
                  <a:latin typeface="Garamond" panose="02020404030301010803" pitchFamily="18" charset="0"/>
                </a:rPr>
                <a:t> strategy)</a:t>
              </a:r>
            </a:p>
          </p:txBody>
        </p:sp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F923700B-DA60-9CE9-E27E-CB7BB27DDFC2}"/>
                </a:ext>
              </a:extLst>
            </p:cNvPr>
            <p:cNvSpPr txBox="1"/>
            <p:nvPr/>
          </p:nvSpPr>
          <p:spPr>
            <a:xfrm>
              <a:off x="632868" y="205683"/>
              <a:ext cx="1382558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2000" b="1" dirty="0">
                  <a:solidFill>
                    <a:srgbClr val="276113"/>
                  </a:solidFill>
                  <a:latin typeface="Garamond" panose="02020404030301010803" pitchFamily="18" charset="0"/>
                </a:rPr>
                <a:t>1. Initialize</a:t>
              </a:r>
            </a:p>
          </p:txBody>
        </p:sp>
      </p:grpSp>
      <p:grpSp>
        <p:nvGrpSpPr>
          <p:cNvPr id="1169" name="Group 1168">
            <a:extLst>
              <a:ext uri="{FF2B5EF4-FFF2-40B4-BE49-F238E27FC236}">
                <a16:creationId xmlns:a16="http://schemas.microsoft.com/office/drawing/2014/main" id="{EB489EE0-415B-838E-C307-8A11BEDEE762}"/>
              </a:ext>
            </a:extLst>
          </p:cNvPr>
          <p:cNvGrpSpPr/>
          <p:nvPr/>
        </p:nvGrpSpPr>
        <p:grpSpPr>
          <a:xfrm>
            <a:off x="5003872" y="1197099"/>
            <a:ext cx="2138717" cy="1971491"/>
            <a:chOff x="2612904" y="161685"/>
            <a:chExt cx="2138717" cy="1971491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121CFF40-3BFD-DB15-0659-5AF3434BA40E}"/>
                </a:ext>
              </a:extLst>
            </p:cNvPr>
            <p:cNvSpPr/>
            <p:nvPr/>
          </p:nvSpPr>
          <p:spPr>
            <a:xfrm>
              <a:off x="2612904" y="161685"/>
              <a:ext cx="2138717" cy="1971491"/>
            </a:xfrm>
            <a:prstGeom prst="rect">
              <a:avLst/>
            </a:prstGeom>
            <a:solidFill>
              <a:srgbClr val="E3F1D9"/>
            </a:solidFill>
            <a:ln w="38100">
              <a:solidFill>
                <a:srgbClr val="00800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8B5E4DA4-4A8F-F114-43F9-26349EE9B033}"/>
                </a:ext>
              </a:extLst>
            </p:cNvPr>
            <p:cNvSpPr txBox="1"/>
            <p:nvPr/>
          </p:nvSpPr>
          <p:spPr>
            <a:xfrm>
              <a:off x="2677017" y="524645"/>
              <a:ext cx="1992510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>
                  <a:solidFill>
                    <a:srgbClr val="276113"/>
                  </a:solidFill>
                  <a:latin typeface="Garamond" panose="02020404030301010803" pitchFamily="18" charset="0"/>
                </a:rPr>
                <a:t>Each individual according to a cost function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6375E2F2-E201-BDA2-B6CB-1A28D517556B}"/>
                </a:ext>
              </a:extLst>
            </p:cNvPr>
            <p:cNvSpPr txBox="1"/>
            <p:nvPr/>
          </p:nvSpPr>
          <p:spPr>
            <a:xfrm>
              <a:off x="2979721" y="205683"/>
              <a:ext cx="1383456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2000" b="1" dirty="0">
                  <a:solidFill>
                    <a:srgbClr val="276113"/>
                  </a:solidFill>
                  <a:latin typeface="Garamond" panose="02020404030301010803" pitchFamily="18" charset="0"/>
                </a:rPr>
                <a:t>2. Evaluate</a:t>
              </a:r>
            </a:p>
          </p:txBody>
        </p:sp>
        <p:grpSp>
          <p:nvGrpSpPr>
            <p:cNvPr id="1085" name="Group 1084">
              <a:extLst>
                <a:ext uri="{FF2B5EF4-FFF2-40B4-BE49-F238E27FC236}">
                  <a16:creationId xmlns:a16="http://schemas.microsoft.com/office/drawing/2014/main" id="{A4F52660-A2F1-24DD-29BB-9CF6490AA020}"/>
                </a:ext>
              </a:extLst>
            </p:cNvPr>
            <p:cNvGrpSpPr/>
            <p:nvPr/>
          </p:nvGrpSpPr>
          <p:grpSpPr>
            <a:xfrm>
              <a:off x="2814820" y="1017491"/>
              <a:ext cx="1758794" cy="1085515"/>
              <a:chOff x="808297" y="2487487"/>
              <a:chExt cx="1758794" cy="1085515"/>
            </a:xfrm>
          </p:grpSpPr>
          <p:grpSp>
            <p:nvGrpSpPr>
              <p:cNvPr id="1056" name="Group 1055">
                <a:extLst>
                  <a:ext uri="{FF2B5EF4-FFF2-40B4-BE49-F238E27FC236}">
                    <a16:creationId xmlns:a16="http://schemas.microsoft.com/office/drawing/2014/main" id="{DFFCB0BF-791F-4565-34DA-C0D2797A50B0}"/>
                  </a:ext>
                </a:extLst>
              </p:cNvPr>
              <p:cNvGrpSpPr/>
              <p:nvPr/>
            </p:nvGrpSpPr>
            <p:grpSpPr>
              <a:xfrm>
                <a:off x="808297" y="2633801"/>
                <a:ext cx="1275552" cy="773964"/>
                <a:chOff x="3082299" y="2425000"/>
                <a:chExt cx="1275552" cy="773964"/>
              </a:xfrm>
            </p:grpSpPr>
            <p:sp>
              <p:nvSpPr>
                <p:cNvPr id="5" name="Oval 4">
                  <a:extLst>
                    <a:ext uri="{FF2B5EF4-FFF2-40B4-BE49-F238E27FC236}">
                      <a16:creationId xmlns:a16="http://schemas.microsoft.com/office/drawing/2014/main" id="{CC87956F-4C0C-77C9-969C-04E940289A6E}"/>
                    </a:ext>
                  </a:extLst>
                </p:cNvPr>
                <p:cNvSpPr/>
                <p:nvPr/>
              </p:nvSpPr>
              <p:spPr>
                <a:xfrm>
                  <a:off x="3082299" y="2527748"/>
                  <a:ext cx="182880" cy="182880"/>
                </a:xfrm>
                <a:prstGeom prst="ellipse">
                  <a:avLst/>
                </a:prstGeom>
                <a:solidFill>
                  <a:srgbClr val="276113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6" name="Oval 5">
                  <a:extLst>
                    <a:ext uri="{FF2B5EF4-FFF2-40B4-BE49-F238E27FC236}">
                      <a16:creationId xmlns:a16="http://schemas.microsoft.com/office/drawing/2014/main" id="{7E74685C-6071-2C28-62FF-2CB8EE1159AB}"/>
                    </a:ext>
                  </a:extLst>
                </p:cNvPr>
                <p:cNvSpPr/>
                <p:nvPr/>
              </p:nvSpPr>
              <p:spPr>
                <a:xfrm>
                  <a:off x="3426085" y="2436308"/>
                  <a:ext cx="182880" cy="182880"/>
                </a:xfrm>
                <a:prstGeom prst="ellipse">
                  <a:avLst/>
                </a:prstGeom>
                <a:solidFill>
                  <a:srgbClr val="95B176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7" name="Oval 6">
                  <a:extLst>
                    <a:ext uri="{FF2B5EF4-FFF2-40B4-BE49-F238E27FC236}">
                      <a16:creationId xmlns:a16="http://schemas.microsoft.com/office/drawing/2014/main" id="{473AAD98-47F8-670C-F15C-344CE5581F79}"/>
                    </a:ext>
                  </a:extLst>
                </p:cNvPr>
                <p:cNvSpPr/>
                <p:nvPr/>
              </p:nvSpPr>
              <p:spPr>
                <a:xfrm>
                  <a:off x="3361225" y="2683371"/>
                  <a:ext cx="182880" cy="182880"/>
                </a:xfrm>
                <a:prstGeom prst="ellipse">
                  <a:avLst/>
                </a:prstGeom>
                <a:solidFill>
                  <a:srgbClr val="00990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8" name="Oval 7">
                  <a:extLst>
                    <a:ext uri="{FF2B5EF4-FFF2-40B4-BE49-F238E27FC236}">
                      <a16:creationId xmlns:a16="http://schemas.microsoft.com/office/drawing/2014/main" id="{02C67069-17A0-C5D3-4764-C6C3DD0DF659}"/>
                    </a:ext>
                  </a:extLst>
                </p:cNvPr>
                <p:cNvSpPr/>
                <p:nvPr/>
              </p:nvSpPr>
              <p:spPr>
                <a:xfrm>
                  <a:off x="3140954" y="2860935"/>
                  <a:ext cx="182880" cy="182880"/>
                </a:xfrm>
                <a:prstGeom prst="ellipse">
                  <a:avLst/>
                </a:prstGeom>
                <a:solidFill>
                  <a:srgbClr val="A5A5A5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9" name="Oval 8">
                  <a:extLst>
                    <a:ext uri="{FF2B5EF4-FFF2-40B4-BE49-F238E27FC236}">
                      <a16:creationId xmlns:a16="http://schemas.microsoft.com/office/drawing/2014/main" id="{21D97662-2E0C-D042-A90D-276331C4131E}"/>
                    </a:ext>
                  </a:extLst>
                </p:cNvPr>
                <p:cNvSpPr/>
                <p:nvPr/>
              </p:nvSpPr>
              <p:spPr>
                <a:xfrm>
                  <a:off x="3394458" y="2983985"/>
                  <a:ext cx="182880" cy="182880"/>
                </a:xfrm>
                <a:prstGeom prst="ellipse">
                  <a:avLst/>
                </a:prstGeom>
                <a:solidFill>
                  <a:srgbClr val="A5A5A5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0" name="Oval 9">
                  <a:extLst>
                    <a:ext uri="{FF2B5EF4-FFF2-40B4-BE49-F238E27FC236}">
                      <a16:creationId xmlns:a16="http://schemas.microsoft.com/office/drawing/2014/main" id="{E8DA4EAF-E460-5339-1A59-FA211D538F4D}"/>
                    </a:ext>
                  </a:extLst>
                </p:cNvPr>
                <p:cNvSpPr/>
                <p:nvPr/>
              </p:nvSpPr>
              <p:spPr>
                <a:xfrm>
                  <a:off x="3729113" y="2925506"/>
                  <a:ext cx="182880" cy="182880"/>
                </a:xfrm>
                <a:prstGeom prst="ellipse">
                  <a:avLst/>
                </a:prstGeom>
                <a:solidFill>
                  <a:srgbClr val="92D05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1" name="Oval 10">
                  <a:extLst>
                    <a:ext uri="{FF2B5EF4-FFF2-40B4-BE49-F238E27FC236}">
                      <a16:creationId xmlns:a16="http://schemas.microsoft.com/office/drawing/2014/main" id="{CB66F7BE-8C56-7CBA-F9A0-31338CD54076}"/>
                    </a:ext>
                  </a:extLst>
                </p:cNvPr>
                <p:cNvSpPr/>
                <p:nvPr/>
              </p:nvSpPr>
              <p:spPr>
                <a:xfrm>
                  <a:off x="3630677" y="2678055"/>
                  <a:ext cx="182880" cy="182880"/>
                </a:xfrm>
                <a:prstGeom prst="ellipse">
                  <a:avLst/>
                </a:prstGeom>
                <a:solidFill>
                  <a:srgbClr val="95B176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5" name="Oval 14">
                  <a:extLst>
                    <a:ext uri="{FF2B5EF4-FFF2-40B4-BE49-F238E27FC236}">
                      <a16:creationId xmlns:a16="http://schemas.microsoft.com/office/drawing/2014/main" id="{C56F3B6C-987B-4BAD-A526-8811D43D6E25}"/>
                    </a:ext>
                  </a:extLst>
                </p:cNvPr>
                <p:cNvSpPr/>
                <p:nvPr/>
              </p:nvSpPr>
              <p:spPr>
                <a:xfrm>
                  <a:off x="3739745" y="2425000"/>
                  <a:ext cx="182880" cy="182880"/>
                </a:xfrm>
                <a:prstGeom prst="ellipse">
                  <a:avLst/>
                </a:prstGeom>
                <a:solidFill>
                  <a:srgbClr val="A5A5A5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6" name="Oval 15">
                  <a:extLst>
                    <a:ext uri="{FF2B5EF4-FFF2-40B4-BE49-F238E27FC236}">
                      <a16:creationId xmlns:a16="http://schemas.microsoft.com/office/drawing/2014/main" id="{4427217D-6848-6C5C-173F-D227D9C0FAC1}"/>
                    </a:ext>
                  </a:extLst>
                </p:cNvPr>
                <p:cNvSpPr/>
                <p:nvPr/>
              </p:nvSpPr>
              <p:spPr>
                <a:xfrm>
                  <a:off x="3922625" y="2586615"/>
                  <a:ext cx="182880" cy="182880"/>
                </a:xfrm>
                <a:prstGeom prst="ellipse">
                  <a:avLst/>
                </a:prstGeom>
                <a:solidFill>
                  <a:srgbClr val="00990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9" name="Oval 18">
                  <a:extLst>
                    <a:ext uri="{FF2B5EF4-FFF2-40B4-BE49-F238E27FC236}">
                      <a16:creationId xmlns:a16="http://schemas.microsoft.com/office/drawing/2014/main" id="{5E4702AA-98C2-3C58-8D97-4D38C065E11A}"/>
                    </a:ext>
                  </a:extLst>
                </p:cNvPr>
                <p:cNvSpPr/>
                <p:nvPr/>
              </p:nvSpPr>
              <p:spPr>
                <a:xfrm>
                  <a:off x="4174971" y="2516440"/>
                  <a:ext cx="182880" cy="182880"/>
                </a:xfrm>
                <a:prstGeom prst="ellipse">
                  <a:avLst/>
                </a:prstGeom>
                <a:solidFill>
                  <a:srgbClr val="E3F1D9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21" name="Oval 20">
                  <a:extLst>
                    <a:ext uri="{FF2B5EF4-FFF2-40B4-BE49-F238E27FC236}">
                      <a16:creationId xmlns:a16="http://schemas.microsoft.com/office/drawing/2014/main" id="{110E25AD-BD27-EF8B-D817-65AE66CC53F6}"/>
                    </a:ext>
                  </a:extLst>
                </p:cNvPr>
                <p:cNvSpPr/>
                <p:nvPr/>
              </p:nvSpPr>
              <p:spPr>
                <a:xfrm>
                  <a:off x="4089557" y="2779553"/>
                  <a:ext cx="182880" cy="182880"/>
                </a:xfrm>
                <a:prstGeom prst="ellipse">
                  <a:avLst/>
                </a:prstGeom>
                <a:solidFill>
                  <a:srgbClr val="95B176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22" name="Oval 21">
                  <a:extLst>
                    <a:ext uri="{FF2B5EF4-FFF2-40B4-BE49-F238E27FC236}">
                      <a16:creationId xmlns:a16="http://schemas.microsoft.com/office/drawing/2014/main" id="{EA572B95-AADC-D2CD-5C3A-BA98D8459793}"/>
                    </a:ext>
                  </a:extLst>
                </p:cNvPr>
                <p:cNvSpPr/>
                <p:nvPr/>
              </p:nvSpPr>
              <p:spPr>
                <a:xfrm>
                  <a:off x="4003433" y="3016084"/>
                  <a:ext cx="182880" cy="182880"/>
                </a:xfrm>
                <a:prstGeom prst="ellipse">
                  <a:avLst/>
                </a:prstGeom>
                <a:solidFill>
                  <a:srgbClr val="A5A5A5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schemeClr val="tx1"/>
                    </a:solidFill>
                  </a:endParaRPr>
                </a:p>
              </p:txBody>
            </p:sp>
          </p:grpSp>
          <p:sp>
            <p:nvSpPr>
              <p:cNvPr id="23" name="Rectangle 22">
                <a:extLst>
                  <a:ext uri="{FF2B5EF4-FFF2-40B4-BE49-F238E27FC236}">
                    <a16:creationId xmlns:a16="http://schemas.microsoft.com/office/drawing/2014/main" id="{C0054FA7-FAB1-68E3-84A5-862360D4DAEA}"/>
                  </a:ext>
                </a:extLst>
              </p:cNvPr>
              <p:cNvSpPr/>
              <p:nvPr/>
            </p:nvSpPr>
            <p:spPr>
              <a:xfrm>
                <a:off x="2274435" y="2736549"/>
                <a:ext cx="148856" cy="554531"/>
              </a:xfrm>
              <a:prstGeom prst="rect">
                <a:avLst/>
              </a:prstGeom>
              <a:gradFill flip="none" rotWithShape="1">
                <a:gsLst>
                  <a:gs pos="0">
                    <a:srgbClr val="009900"/>
                  </a:gs>
                  <a:gs pos="50000">
                    <a:srgbClr val="92D050"/>
                  </a:gs>
                  <a:gs pos="100000">
                    <a:srgbClr val="A5A5A5"/>
                  </a:gs>
                </a:gsLst>
                <a:lin ang="5400000" scaled="1"/>
                <a:tileRect/>
              </a:gra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1083" name="TextBox 1082">
                <a:extLst>
                  <a:ext uri="{FF2B5EF4-FFF2-40B4-BE49-F238E27FC236}">
                    <a16:creationId xmlns:a16="http://schemas.microsoft.com/office/drawing/2014/main" id="{20813A55-6A32-3997-7768-DC08A0EB3964}"/>
                  </a:ext>
                </a:extLst>
              </p:cNvPr>
              <p:cNvSpPr txBox="1"/>
              <p:nvPr/>
            </p:nvSpPr>
            <p:spPr>
              <a:xfrm>
                <a:off x="2146783" y="2487487"/>
                <a:ext cx="420308" cy="2616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100" b="1" dirty="0"/>
                  <a:t>↑$$</a:t>
                </a:r>
                <a:endParaRPr lang="en-US" b="1" dirty="0"/>
              </a:p>
            </p:txBody>
          </p:sp>
          <p:sp>
            <p:nvSpPr>
              <p:cNvPr id="1084" name="TextBox 1083">
                <a:extLst>
                  <a:ext uri="{FF2B5EF4-FFF2-40B4-BE49-F238E27FC236}">
                    <a16:creationId xmlns:a16="http://schemas.microsoft.com/office/drawing/2014/main" id="{C3DD69E6-44C6-D1D7-A022-3394242B9F1D}"/>
                  </a:ext>
                </a:extLst>
              </p:cNvPr>
              <p:cNvSpPr txBox="1"/>
              <p:nvPr/>
            </p:nvSpPr>
            <p:spPr>
              <a:xfrm>
                <a:off x="2146783" y="3311392"/>
                <a:ext cx="420308" cy="2616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100" b="1" dirty="0"/>
                  <a:t>↓$$</a:t>
                </a:r>
                <a:endParaRPr lang="en-US" b="1" dirty="0"/>
              </a:p>
            </p:txBody>
          </p:sp>
        </p:grpSp>
      </p:grpSp>
      <p:grpSp>
        <p:nvGrpSpPr>
          <p:cNvPr id="1168" name="Group 1167">
            <a:extLst>
              <a:ext uri="{FF2B5EF4-FFF2-40B4-BE49-F238E27FC236}">
                <a16:creationId xmlns:a16="http://schemas.microsoft.com/office/drawing/2014/main" id="{03FEF040-2F0A-5CD3-DA50-EE64E865E93C}"/>
              </a:ext>
            </a:extLst>
          </p:cNvPr>
          <p:cNvGrpSpPr/>
          <p:nvPr/>
        </p:nvGrpSpPr>
        <p:grpSpPr>
          <a:xfrm>
            <a:off x="7613268" y="1198650"/>
            <a:ext cx="2138717" cy="1971491"/>
            <a:chOff x="5012192" y="165808"/>
            <a:chExt cx="2138717" cy="1971491"/>
          </a:xfrm>
        </p:grpSpPr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781F87BD-E5A4-9592-6A5C-16F39EE64ED4}"/>
                </a:ext>
              </a:extLst>
            </p:cNvPr>
            <p:cNvSpPr/>
            <p:nvPr/>
          </p:nvSpPr>
          <p:spPr>
            <a:xfrm>
              <a:off x="5012192" y="165808"/>
              <a:ext cx="2138717" cy="1971491"/>
            </a:xfrm>
            <a:prstGeom prst="rect">
              <a:avLst/>
            </a:prstGeom>
            <a:solidFill>
              <a:srgbClr val="E3F1D9"/>
            </a:solidFill>
            <a:ln w="38100">
              <a:solidFill>
                <a:srgbClr val="00800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043C0B31-38AF-67C3-881E-6C95CED5CA2B}"/>
                </a:ext>
              </a:extLst>
            </p:cNvPr>
            <p:cNvSpPr txBox="1"/>
            <p:nvPr/>
          </p:nvSpPr>
          <p:spPr>
            <a:xfrm>
              <a:off x="5076305" y="528768"/>
              <a:ext cx="199251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>
                  <a:solidFill>
                    <a:srgbClr val="276113"/>
                  </a:solidFill>
                  <a:latin typeface="Garamond" panose="02020404030301010803" pitchFamily="18" charset="0"/>
                </a:rPr>
                <a:t>Individuals by revenue</a:t>
              </a: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FB997B89-B056-C8C3-4046-F43C546E7227}"/>
                </a:ext>
              </a:extLst>
            </p:cNvPr>
            <p:cNvSpPr txBox="1"/>
            <p:nvPr/>
          </p:nvSpPr>
          <p:spPr>
            <a:xfrm>
              <a:off x="5561174" y="209806"/>
              <a:ext cx="1019126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2000" b="1" dirty="0">
                  <a:solidFill>
                    <a:srgbClr val="276113"/>
                  </a:solidFill>
                  <a:latin typeface="Garamond" panose="02020404030301010803" pitchFamily="18" charset="0"/>
                </a:rPr>
                <a:t>3. Rank</a:t>
              </a:r>
            </a:p>
          </p:txBody>
        </p:sp>
        <p:grpSp>
          <p:nvGrpSpPr>
            <p:cNvPr id="1050" name="Group 1049">
              <a:extLst>
                <a:ext uri="{FF2B5EF4-FFF2-40B4-BE49-F238E27FC236}">
                  <a16:creationId xmlns:a16="http://schemas.microsoft.com/office/drawing/2014/main" id="{B8481E0C-F253-2293-D92F-8ED9E5A5916D}"/>
                </a:ext>
              </a:extLst>
            </p:cNvPr>
            <p:cNvGrpSpPr/>
            <p:nvPr/>
          </p:nvGrpSpPr>
          <p:grpSpPr>
            <a:xfrm>
              <a:off x="5496173" y="1079065"/>
              <a:ext cx="1253758" cy="673502"/>
              <a:chOff x="7220131" y="2634469"/>
              <a:chExt cx="1253758" cy="673502"/>
            </a:xfrm>
          </p:grpSpPr>
          <p:grpSp>
            <p:nvGrpSpPr>
              <p:cNvPr id="1080" name="Group 1079">
                <a:extLst>
                  <a:ext uri="{FF2B5EF4-FFF2-40B4-BE49-F238E27FC236}">
                    <a16:creationId xmlns:a16="http://schemas.microsoft.com/office/drawing/2014/main" id="{AF0D11B0-13FC-AE8A-4277-DB6F58418286}"/>
                  </a:ext>
                </a:extLst>
              </p:cNvPr>
              <p:cNvGrpSpPr/>
              <p:nvPr/>
            </p:nvGrpSpPr>
            <p:grpSpPr>
              <a:xfrm>
                <a:off x="7262347" y="2634469"/>
                <a:ext cx="1116845" cy="369332"/>
                <a:chOff x="2348863" y="1544307"/>
                <a:chExt cx="1116845" cy="369332"/>
              </a:xfrm>
            </p:grpSpPr>
            <p:sp>
              <p:nvSpPr>
                <p:cNvPr id="1074" name="Oval 1073">
                  <a:extLst>
                    <a:ext uri="{FF2B5EF4-FFF2-40B4-BE49-F238E27FC236}">
                      <a16:creationId xmlns:a16="http://schemas.microsoft.com/office/drawing/2014/main" id="{ED7DEBA9-B91F-50D2-35EB-8B15D6B74947}"/>
                    </a:ext>
                  </a:extLst>
                </p:cNvPr>
                <p:cNvSpPr/>
                <p:nvPr/>
              </p:nvSpPr>
              <p:spPr>
                <a:xfrm>
                  <a:off x="3062548" y="1689760"/>
                  <a:ext cx="182880" cy="182880"/>
                </a:xfrm>
                <a:prstGeom prst="ellipse">
                  <a:avLst/>
                </a:prstGeom>
                <a:solidFill>
                  <a:srgbClr val="95B176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075" name="Oval 1074">
                  <a:extLst>
                    <a:ext uri="{FF2B5EF4-FFF2-40B4-BE49-F238E27FC236}">
                      <a16:creationId xmlns:a16="http://schemas.microsoft.com/office/drawing/2014/main" id="{CEB857CA-028F-14EA-1751-EC62F3FD7B58}"/>
                    </a:ext>
                  </a:extLst>
                </p:cNvPr>
                <p:cNvSpPr/>
                <p:nvPr/>
              </p:nvSpPr>
              <p:spPr>
                <a:xfrm>
                  <a:off x="2348863" y="1689760"/>
                  <a:ext cx="182880" cy="182880"/>
                </a:xfrm>
                <a:prstGeom prst="ellipse">
                  <a:avLst/>
                </a:prstGeom>
                <a:solidFill>
                  <a:srgbClr val="00990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076" name="Oval 1075">
                  <a:extLst>
                    <a:ext uri="{FF2B5EF4-FFF2-40B4-BE49-F238E27FC236}">
                      <a16:creationId xmlns:a16="http://schemas.microsoft.com/office/drawing/2014/main" id="{6C42E026-A147-C553-570B-EB19D91DD52E}"/>
                    </a:ext>
                  </a:extLst>
                </p:cNvPr>
                <p:cNvSpPr/>
                <p:nvPr/>
              </p:nvSpPr>
              <p:spPr>
                <a:xfrm>
                  <a:off x="2572393" y="1689760"/>
                  <a:ext cx="182880" cy="182880"/>
                </a:xfrm>
                <a:prstGeom prst="ellipse">
                  <a:avLst/>
                </a:prstGeom>
                <a:solidFill>
                  <a:srgbClr val="92D05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078" name="Oval 1077">
                  <a:extLst>
                    <a:ext uri="{FF2B5EF4-FFF2-40B4-BE49-F238E27FC236}">
                      <a16:creationId xmlns:a16="http://schemas.microsoft.com/office/drawing/2014/main" id="{B864ADF8-A9B5-95DF-2E8F-BDECC18CE8CA}"/>
                    </a:ext>
                  </a:extLst>
                </p:cNvPr>
                <p:cNvSpPr/>
                <p:nvPr/>
              </p:nvSpPr>
              <p:spPr>
                <a:xfrm>
                  <a:off x="3282828" y="1689760"/>
                  <a:ext cx="182880" cy="182880"/>
                </a:xfrm>
                <a:prstGeom prst="ellipse">
                  <a:avLst/>
                </a:prstGeom>
                <a:solidFill>
                  <a:srgbClr val="A5A5A5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079" name="TextBox 1078">
                  <a:extLst>
                    <a:ext uri="{FF2B5EF4-FFF2-40B4-BE49-F238E27FC236}">
                      <a16:creationId xmlns:a16="http://schemas.microsoft.com/office/drawing/2014/main" id="{7B3FC932-E8BE-C0B0-79EB-D03B30A7CFC3}"/>
                    </a:ext>
                  </a:extLst>
                </p:cNvPr>
                <p:cNvSpPr txBox="1"/>
                <p:nvPr/>
              </p:nvSpPr>
              <p:spPr>
                <a:xfrm>
                  <a:off x="2726836" y="1544307"/>
                  <a:ext cx="381836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dirty="0"/>
                    <a:t>…</a:t>
                  </a:r>
                </a:p>
              </p:txBody>
            </p:sp>
          </p:grpSp>
          <p:sp>
            <p:nvSpPr>
              <p:cNvPr id="1087" name="TextBox 1086">
                <a:extLst>
                  <a:ext uri="{FF2B5EF4-FFF2-40B4-BE49-F238E27FC236}">
                    <a16:creationId xmlns:a16="http://schemas.microsoft.com/office/drawing/2014/main" id="{11B96A8C-BFFE-79E6-F068-0E0DB97C198E}"/>
                  </a:ext>
                </a:extLst>
              </p:cNvPr>
              <p:cNvSpPr txBox="1"/>
              <p:nvPr/>
            </p:nvSpPr>
            <p:spPr>
              <a:xfrm>
                <a:off x="7220131" y="2995365"/>
                <a:ext cx="489236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>
                    <a:latin typeface="Garamond" panose="02020404030301010803" pitchFamily="18" charset="0"/>
                  </a:rPr>
                  <a:t>Best</a:t>
                </a:r>
              </a:p>
            </p:txBody>
          </p:sp>
          <p:sp>
            <p:nvSpPr>
              <p:cNvPr id="1088" name="TextBox 1087">
                <a:extLst>
                  <a:ext uri="{FF2B5EF4-FFF2-40B4-BE49-F238E27FC236}">
                    <a16:creationId xmlns:a16="http://schemas.microsoft.com/office/drawing/2014/main" id="{FD48D261-2A05-E7EE-B181-13157C31BBB8}"/>
                  </a:ext>
                </a:extLst>
              </p:cNvPr>
              <p:cNvSpPr txBox="1"/>
              <p:nvPr/>
            </p:nvSpPr>
            <p:spPr>
              <a:xfrm>
                <a:off x="7875968" y="3000194"/>
                <a:ext cx="597921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>
                    <a:latin typeface="Garamond" panose="02020404030301010803" pitchFamily="18" charset="0"/>
                  </a:rPr>
                  <a:t>Worst</a:t>
                </a:r>
              </a:p>
            </p:txBody>
          </p:sp>
        </p:grpSp>
      </p:grpSp>
      <p:grpSp>
        <p:nvGrpSpPr>
          <p:cNvPr id="1167" name="Group 1166">
            <a:extLst>
              <a:ext uri="{FF2B5EF4-FFF2-40B4-BE49-F238E27FC236}">
                <a16:creationId xmlns:a16="http://schemas.microsoft.com/office/drawing/2014/main" id="{4375840D-6839-CD43-3706-ECB1445D71B5}"/>
              </a:ext>
            </a:extLst>
          </p:cNvPr>
          <p:cNvGrpSpPr/>
          <p:nvPr/>
        </p:nvGrpSpPr>
        <p:grpSpPr>
          <a:xfrm>
            <a:off x="7609825" y="3818495"/>
            <a:ext cx="2138717" cy="1971491"/>
            <a:chOff x="7411480" y="166610"/>
            <a:chExt cx="2138717" cy="1971491"/>
          </a:xfrm>
        </p:grpSpPr>
        <p:sp>
          <p:nvSpPr>
            <p:cNvPr id="1052" name="Rectangle 1051">
              <a:extLst>
                <a:ext uri="{FF2B5EF4-FFF2-40B4-BE49-F238E27FC236}">
                  <a16:creationId xmlns:a16="http://schemas.microsoft.com/office/drawing/2014/main" id="{23A17611-A471-9005-DC98-310F455C86FC}"/>
                </a:ext>
              </a:extLst>
            </p:cNvPr>
            <p:cNvSpPr/>
            <p:nvPr/>
          </p:nvSpPr>
          <p:spPr>
            <a:xfrm>
              <a:off x="7411480" y="166610"/>
              <a:ext cx="2138717" cy="1971491"/>
            </a:xfrm>
            <a:prstGeom prst="rect">
              <a:avLst/>
            </a:prstGeom>
            <a:solidFill>
              <a:srgbClr val="E3F1D9"/>
            </a:solidFill>
            <a:ln w="38100">
              <a:solidFill>
                <a:srgbClr val="00800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53" name="TextBox 1052">
              <a:extLst>
                <a:ext uri="{FF2B5EF4-FFF2-40B4-BE49-F238E27FC236}">
                  <a16:creationId xmlns:a16="http://schemas.microsoft.com/office/drawing/2014/main" id="{A577ED59-781C-2E9C-0911-A25B2830102E}"/>
                </a:ext>
              </a:extLst>
            </p:cNvPr>
            <p:cNvSpPr txBox="1"/>
            <p:nvPr/>
          </p:nvSpPr>
          <p:spPr>
            <a:xfrm>
              <a:off x="7411480" y="497402"/>
              <a:ext cx="2138717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>
                  <a:solidFill>
                    <a:srgbClr val="276113"/>
                  </a:solidFill>
                  <a:latin typeface="Garamond" panose="02020404030301010803" pitchFamily="18" charset="0"/>
                </a:rPr>
                <a:t>Top performers in hopes of achieving stronger strategies</a:t>
              </a:r>
            </a:p>
          </p:txBody>
        </p:sp>
        <p:sp>
          <p:nvSpPr>
            <p:cNvPr id="1070" name="TextBox 1069">
              <a:extLst>
                <a:ext uri="{FF2B5EF4-FFF2-40B4-BE49-F238E27FC236}">
                  <a16:creationId xmlns:a16="http://schemas.microsoft.com/office/drawing/2014/main" id="{A2A54B7A-8207-E0E3-2B48-4E9F07F41B92}"/>
                </a:ext>
              </a:extLst>
            </p:cNvPr>
            <p:cNvSpPr txBox="1"/>
            <p:nvPr/>
          </p:nvSpPr>
          <p:spPr>
            <a:xfrm>
              <a:off x="7972132" y="210608"/>
              <a:ext cx="995786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2000" b="1" dirty="0">
                  <a:solidFill>
                    <a:srgbClr val="276113"/>
                  </a:solidFill>
                  <a:latin typeface="Garamond" panose="02020404030301010803" pitchFamily="18" charset="0"/>
                </a:rPr>
                <a:t>4. Mate</a:t>
              </a:r>
            </a:p>
          </p:txBody>
        </p:sp>
        <p:grpSp>
          <p:nvGrpSpPr>
            <p:cNvPr id="1093" name="Group 1092">
              <a:extLst>
                <a:ext uri="{FF2B5EF4-FFF2-40B4-BE49-F238E27FC236}">
                  <a16:creationId xmlns:a16="http://schemas.microsoft.com/office/drawing/2014/main" id="{B369B505-4373-2994-C1DF-3B82AFA753F9}"/>
                </a:ext>
              </a:extLst>
            </p:cNvPr>
            <p:cNvGrpSpPr/>
            <p:nvPr/>
          </p:nvGrpSpPr>
          <p:grpSpPr>
            <a:xfrm>
              <a:off x="7418514" y="1127052"/>
              <a:ext cx="2034043" cy="845149"/>
              <a:chOff x="547225" y="5093374"/>
              <a:chExt cx="2034043" cy="845149"/>
            </a:xfrm>
          </p:grpSpPr>
          <p:grpSp>
            <p:nvGrpSpPr>
              <p:cNvPr id="1054" name="Group 1053">
                <a:extLst>
                  <a:ext uri="{FF2B5EF4-FFF2-40B4-BE49-F238E27FC236}">
                    <a16:creationId xmlns:a16="http://schemas.microsoft.com/office/drawing/2014/main" id="{54E8D0FF-88F5-9DF8-B3B1-E2F9F679B2A2}"/>
                  </a:ext>
                </a:extLst>
              </p:cNvPr>
              <p:cNvGrpSpPr/>
              <p:nvPr/>
            </p:nvGrpSpPr>
            <p:grpSpPr>
              <a:xfrm>
                <a:off x="1342018" y="5124247"/>
                <a:ext cx="1239250" cy="814276"/>
                <a:chOff x="4237731" y="1212385"/>
                <a:chExt cx="1239250" cy="814276"/>
              </a:xfrm>
            </p:grpSpPr>
            <p:sp>
              <p:nvSpPr>
                <p:cNvPr id="62" name="Oval 61">
                  <a:extLst>
                    <a:ext uri="{FF2B5EF4-FFF2-40B4-BE49-F238E27FC236}">
                      <a16:creationId xmlns:a16="http://schemas.microsoft.com/office/drawing/2014/main" id="{9CB9F7FD-E8F7-9A79-BE65-9B5F649B28F0}"/>
                    </a:ext>
                  </a:extLst>
                </p:cNvPr>
                <p:cNvSpPr/>
                <p:nvPr/>
              </p:nvSpPr>
              <p:spPr>
                <a:xfrm>
                  <a:off x="4302825" y="1267480"/>
                  <a:ext cx="182880" cy="182880"/>
                </a:xfrm>
                <a:prstGeom prst="ellipse">
                  <a:avLst/>
                </a:prstGeom>
                <a:solidFill>
                  <a:srgbClr val="95B176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63" name="Oval 62">
                  <a:extLst>
                    <a:ext uri="{FF2B5EF4-FFF2-40B4-BE49-F238E27FC236}">
                      <a16:creationId xmlns:a16="http://schemas.microsoft.com/office/drawing/2014/main" id="{1F5A030E-D31F-A5F7-E4D1-07207A27FC32}"/>
                    </a:ext>
                  </a:extLst>
                </p:cNvPr>
                <p:cNvSpPr/>
                <p:nvPr/>
              </p:nvSpPr>
              <p:spPr>
                <a:xfrm>
                  <a:off x="4537611" y="1267480"/>
                  <a:ext cx="182880" cy="182880"/>
                </a:xfrm>
                <a:prstGeom prst="ellipse">
                  <a:avLst/>
                </a:prstGeom>
                <a:solidFill>
                  <a:srgbClr val="00990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024" name="Oval 1023">
                  <a:extLst>
                    <a:ext uri="{FF2B5EF4-FFF2-40B4-BE49-F238E27FC236}">
                      <a16:creationId xmlns:a16="http://schemas.microsoft.com/office/drawing/2014/main" id="{6FB7750F-CF7B-7D6A-4847-09299B4990C0}"/>
                    </a:ext>
                  </a:extLst>
                </p:cNvPr>
                <p:cNvSpPr/>
                <p:nvPr/>
              </p:nvSpPr>
              <p:spPr>
                <a:xfrm>
                  <a:off x="5232732" y="1267480"/>
                  <a:ext cx="182880" cy="182880"/>
                </a:xfrm>
                <a:prstGeom prst="ellipse">
                  <a:avLst/>
                </a:prstGeom>
                <a:solidFill>
                  <a:srgbClr val="92D05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025" name="Oval 1024">
                  <a:extLst>
                    <a:ext uri="{FF2B5EF4-FFF2-40B4-BE49-F238E27FC236}">
                      <a16:creationId xmlns:a16="http://schemas.microsoft.com/office/drawing/2014/main" id="{E3D8A60F-2255-C835-368C-C3B35904268F}"/>
                    </a:ext>
                  </a:extLst>
                </p:cNvPr>
                <p:cNvSpPr/>
                <p:nvPr/>
              </p:nvSpPr>
              <p:spPr>
                <a:xfrm>
                  <a:off x="4997946" y="1267480"/>
                  <a:ext cx="182880" cy="182880"/>
                </a:xfrm>
                <a:prstGeom prst="ellipse">
                  <a:avLst/>
                </a:prstGeom>
                <a:solidFill>
                  <a:srgbClr val="00990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schemeClr val="tx1"/>
                    </a:solidFill>
                  </a:endParaRPr>
                </a:p>
              </p:txBody>
            </p:sp>
            <p:grpSp>
              <p:nvGrpSpPr>
                <p:cNvPr id="1031" name="Group 1030">
                  <a:extLst>
                    <a:ext uri="{FF2B5EF4-FFF2-40B4-BE49-F238E27FC236}">
                      <a16:creationId xmlns:a16="http://schemas.microsoft.com/office/drawing/2014/main" id="{18FDA246-1B75-8953-392E-70192FC8BC4B}"/>
                    </a:ext>
                  </a:extLst>
                </p:cNvPr>
                <p:cNvGrpSpPr/>
                <p:nvPr/>
              </p:nvGrpSpPr>
              <p:grpSpPr>
                <a:xfrm>
                  <a:off x="4537611" y="1784425"/>
                  <a:ext cx="182880" cy="182923"/>
                  <a:chOff x="5609303" y="2447573"/>
                  <a:chExt cx="182880" cy="182923"/>
                </a:xfrm>
              </p:grpSpPr>
              <p:sp>
                <p:nvSpPr>
                  <p:cNvPr id="1032" name="Oval 1031">
                    <a:extLst>
                      <a:ext uri="{FF2B5EF4-FFF2-40B4-BE49-F238E27FC236}">
                        <a16:creationId xmlns:a16="http://schemas.microsoft.com/office/drawing/2014/main" id="{FDFC12BB-7B1E-F4CF-2601-920F73146C3F}"/>
                      </a:ext>
                    </a:extLst>
                  </p:cNvPr>
                  <p:cNvSpPr/>
                  <p:nvPr/>
                </p:nvSpPr>
                <p:spPr>
                  <a:xfrm>
                    <a:off x="5609303" y="2447616"/>
                    <a:ext cx="182880" cy="182880"/>
                  </a:xfrm>
                  <a:prstGeom prst="ellipse">
                    <a:avLst/>
                  </a:prstGeom>
                  <a:solidFill>
                    <a:srgbClr val="95B176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1033" name="Pie 1032">
                    <a:extLst>
                      <a:ext uri="{FF2B5EF4-FFF2-40B4-BE49-F238E27FC236}">
                        <a16:creationId xmlns:a16="http://schemas.microsoft.com/office/drawing/2014/main" id="{67C8F939-FB9F-A0DA-8BCD-FF7488D81F82}"/>
                      </a:ext>
                    </a:extLst>
                  </p:cNvPr>
                  <p:cNvSpPr/>
                  <p:nvPr/>
                </p:nvSpPr>
                <p:spPr>
                  <a:xfrm>
                    <a:off x="5609303" y="2447573"/>
                    <a:ext cx="182880" cy="182880"/>
                  </a:xfrm>
                  <a:prstGeom prst="pie">
                    <a:avLst>
                      <a:gd name="adj1" fmla="val 2847946"/>
                      <a:gd name="adj2" fmla="val 13720470"/>
                    </a:avLst>
                  </a:prstGeom>
                  <a:solidFill>
                    <a:srgbClr val="009900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</p:grpSp>
            <p:grpSp>
              <p:nvGrpSpPr>
                <p:cNvPr id="1034" name="Group 1033">
                  <a:extLst>
                    <a:ext uri="{FF2B5EF4-FFF2-40B4-BE49-F238E27FC236}">
                      <a16:creationId xmlns:a16="http://schemas.microsoft.com/office/drawing/2014/main" id="{058CA16F-0DE1-E680-263B-4F107908CC6A}"/>
                    </a:ext>
                  </a:extLst>
                </p:cNvPr>
                <p:cNvGrpSpPr/>
                <p:nvPr/>
              </p:nvGrpSpPr>
              <p:grpSpPr>
                <a:xfrm>
                  <a:off x="4298398" y="1785898"/>
                  <a:ext cx="187307" cy="191250"/>
                  <a:chOff x="5540016" y="2694679"/>
                  <a:chExt cx="187307" cy="191250"/>
                </a:xfrm>
              </p:grpSpPr>
              <p:sp>
                <p:nvSpPr>
                  <p:cNvPr id="1035" name="Oval 1034">
                    <a:extLst>
                      <a:ext uri="{FF2B5EF4-FFF2-40B4-BE49-F238E27FC236}">
                        <a16:creationId xmlns:a16="http://schemas.microsoft.com/office/drawing/2014/main" id="{28D9961B-2326-5C6E-6191-F3EDBAAC243E}"/>
                      </a:ext>
                    </a:extLst>
                  </p:cNvPr>
                  <p:cNvSpPr/>
                  <p:nvPr/>
                </p:nvSpPr>
                <p:spPr>
                  <a:xfrm>
                    <a:off x="5544443" y="2694679"/>
                    <a:ext cx="182880" cy="182880"/>
                  </a:xfrm>
                  <a:prstGeom prst="ellipse">
                    <a:avLst/>
                  </a:prstGeom>
                  <a:solidFill>
                    <a:srgbClr val="009900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1036" name="Pie 1035">
                    <a:extLst>
                      <a:ext uri="{FF2B5EF4-FFF2-40B4-BE49-F238E27FC236}">
                        <a16:creationId xmlns:a16="http://schemas.microsoft.com/office/drawing/2014/main" id="{2E59125A-DDEF-BE2C-C91F-AA1498D579CA}"/>
                      </a:ext>
                    </a:extLst>
                  </p:cNvPr>
                  <p:cNvSpPr/>
                  <p:nvPr/>
                </p:nvSpPr>
                <p:spPr>
                  <a:xfrm>
                    <a:off x="5540016" y="2703049"/>
                    <a:ext cx="182880" cy="182880"/>
                  </a:xfrm>
                  <a:prstGeom prst="pie">
                    <a:avLst>
                      <a:gd name="adj1" fmla="val 2847946"/>
                      <a:gd name="adj2" fmla="val 13720470"/>
                    </a:avLst>
                  </a:prstGeom>
                  <a:solidFill>
                    <a:srgbClr val="95B176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</p:grpSp>
            <p:grpSp>
              <p:nvGrpSpPr>
                <p:cNvPr id="1037" name="Group 1036">
                  <a:extLst>
                    <a:ext uri="{FF2B5EF4-FFF2-40B4-BE49-F238E27FC236}">
                      <a16:creationId xmlns:a16="http://schemas.microsoft.com/office/drawing/2014/main" id="{10F13628-DF87-951A-6506-5F4D79BDE1BE}"/>
                    </a:ext>
                  </a:extLst>
                </p:cNvPr>
                <p:cNvGrpSpPr/>
                <p:nvPr/>
              </p:nvGrpSpPr>
              <p:grpSpPr>
                <a:xfrm>
                  <a:off x="5230676" y="1790412"/>
                  <a:ext cx="184936" cy="184708"/>
                  <a:chOff x="6103787" y="2596095"/>
                  <a:chExt cx="184936" cy="184708"/>
                </a:xfrm>
              </p:grpSpPr>
              <p:sp>
                <p:nvSpPr>
                  <p:cNvPr id="1038" name="Oval 1037">
                    <a:extLst>
                      <a:ext uri="{FF2B5EF4-FFF2-40B4-BE49-F238E27FC236}">
                        <a16:creationId xmlns:a16="http://schemas.microsoft.com/office/drawing/2014/main" id="{1AF8618E-9304-5838-CD6C-BE2AF835953D}"/>
                      </a:ext>
                    </a:extLst>
                  </p:cNvPr>
                  <p:cNvSpPr/>
                  <p:nvPr/>
                </p:nvSpPr>
                <p:spPr>
                  <a:xfrm>
                    <a:off x="6105843" y="2597923"/>
                    <a:ext cx="182880" cy="182880"/>
                  </a:xfrm>
                  <a:prstGeom prst="ellipse">
                    <a:avLst/>
                  </a:prstGeom>
                  <a:solidFill>
                    <a:srgbClr val="009900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1039" name="Pie 1038">
                    <a:extLst>
                      <a:ext uri="{FF2B5EF4-FFF2-40B4-BE49-F238E27FC236}">
                        <a16:creationId xmlns:a16="http://schemas.microsoft.com/office/drawing/2014/main" id="{6EF6164F-344A-39EE-7FFB-3B639A3A5FF0}"/>
                      </a:ext>
                    </a:extLst>
                  </p:cNvPr>
                  <p:cNvSpPr/>
                  <p:nvPr/>
                </p:nvSpPr>
                <p:spPr>
                  <a:xfrm>
                    <a:off x="6103787" y="2596095"/>
                    <a:ext cx="182880" cy="182880"/>
                  </a:xfrm>
                  <a:prstGeom prst="pie">
                    <a:avLst>
                      <a:gd name="adj1" fmla="val 2847946"/>
                      <a:gd name="adj2" fmla="val 13720470"/>
                    </a:avLst>
                  </a:prstGeom>
                  <a:solidFill>
                    <a:srgbClr val="92D050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</p:grpSp>
            <p:grpSp>
              <p:nvGrpSpPr>
                <p:cNvPr id="1040" name="Group 1039">
                  <a:extLst>
                    <a:ext uri="{FF2B5EF4-FFF2-40B4-BE49-F238E27FC236}">
                      <a16:creationId xmlns:a16="http://schemas.microsoft.com/office/drawing/2014/main" id="{E5147E83-0955-6A06-35C4-067D0E2E864C}"/>
                    </a:ext>
                  </a:extLst>
                </p:cNvPr>
                <p:cNvGrpSpPr/>
                <p:nvPr/>
              </p:nvGrpSpPr>
              <p:grpSpPr>
                <a:xfrm>
                  <a:off x="4997946" y="1793125"/>
                  <a:ext cx="184238" cy="183742"/>
                  <a:chOff x="5910973" y="2935952"/>
                  <a:chExt cx="184238" cy="183742"/>
                </a:xfrm>
              </p:grpSpPr>
              <p:sp>
                <p:nvSpPr>
                  <p:cNvPr id="1041" name="Oval 1040">
                    <a:extLst>
                      <a:ext uri="{FF2B5EF4-FFF2-40B4-BE49-F238E27FC236}">
                        <a16:creationId xmlns:a16="http://schemas.microsoft.com/office/drawing/2014/main" id="{75FBD7BE-7CCC-6C7E-205D-C83EC5BB10BD}"/>
                      </a:ext>
                    </a:extLst>
                  </p:cNvPr>
                  <p:cNvSpPr/>
                  <p:nvPr/>
                </p:nvSpPr>
                <p:spPr>
                  <a:xfrm>
                    <a:off x="5912331" y="2936814"/>
                    <a:ext cx="182880" cy="182880"/>
                  </a:xfrm>
                  <a:prstGeom prst="ellipse">
                    <a:avLst/>
                  </a:prstGeom>
                  <a:solidFill>
                    <a:srgbClr val="92D050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1042" name="Pie 1041">
                    <a:extLst>
                      <a:ext uri="{FF2B5EF4-FFF2-40B4-BE49-F238E27FC236}">
                        <a16:creationId xmlns:a16="http://schemas.microsoft.com/office/drawing/2014/main" id="{2D227F2A-24ED-15A1-B1E0-14ADD97E947B}"/>
                      </a:ext>
                    </a:extLst>
                  </p:cNvPr>
                  <p:cNvSpPr/>
                  <p:nvPr/>
                </p:nvSpPr>
                <p:spPr>
                  <a:xfrm>
                    <a:off x="5910973" y="2935952"/>
                    <a:ext cx="182880" cy="182880"/>
                  </a:xfrm>
                  <a:prstGeom prst="pie">
                    <a:avLst>
                      <a:gd name="adj1" fmla="val 2847946"/>
                      <a:gd name="adj2" fmla="val 13720470"/>
                    </a:avLst>
                  </a:prstGeom>
                  <a:solidFill>
                    <a:srgbClr val="009900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solidFill>
                        <a:schemeClr val="tx1"/>
                      </a:solidFill>
                    </a:endParaRPr>
                  </a:p>
                </p:txBody>
              </p:sp>
            </p:grpSp>
            <p:sp>
              <p:nvSpPr>
                <p:cNvPr id="1043" name="Rectangle 1042">
                  <a:extLst>
                    <a:ext uri="{FF2B5EF4-FFF2-40B4-BE49-F238E27FC236}">
                      <a16:creationId xmlns:a16="http://schemas.microsoft.com/office/drawing/2014/main" id="{6726DC45-E671-6F3D-054B-5D05274A113F}"/>
                    </a:ext>
                  </a:extLst>
                </p:cNvPr>
                <p:cNvSpPr/>
                <p:nvPr/>
              </p:nvSpPr>
              <p:spPr>
                <a:xfrm>
                  <a:off x="4237731" y="1212385"/>
                  <a:ext cx="553580" cy="293070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  <a:prstDash val="dash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044" name="Rectangle 1043">
                  <a:extLst>
                    <a:ext uri="{FF2B5EF4-FFF2-40B4-BE49-F238E27FC236}">
                      <a16:creationId xmlns:a16="http://schemas.microsoft.com/office/drawing/2014/main" id="{F7044218-9A31-C06C-9879-F0809DD97EE7}"/>
                    </a:ext>
                  </a:extLst>
                </p:cNvPr>
                <p:cNvSpPr/>
                <p:nvPr/>
              </p:nvSpPr>
              <p:spPr>
                <a:xfrm>
                  <a:off x="4237731" y="1733591"/>
                  <a:ext cx="553580" cy="293070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  <a:prstDash val="dash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045" name="Rectangle 1044">
                  <a:extLst>
                    <a:ext uri="{FF2B5EF4-FFF2-40B4-BE49-F238E27FC236}">
                      <a16:creationId xmlns:a16="http://schemas.microsoft.com/office/drawing/2014/main" id="{00F34CE3-A56D-EB59-1B81-4F172FA3CF0C}"/>
                    </a:ext>
                  </a:extLst>
                </p:cNvPr>
                <p:cNvSpPr/>
                <p:nvPr/>
              </p:nvSpPr>
              <p:spPr>
                <a:xfrm>
                  <a:off x="4923401" y="1212385"/>
                  <a:ext cx="553580" cy="293070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  <a:prstDash val="dash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046" name="Rectangle 1045">
                  <a:extLst>
                    <a:ext uri="{FF2B5EF4-FFF2-40B4-BE49-F238E27FC236}">
                      <a16:creationId xmlns:a16="http://schemas.microsoft.com/office/drawing/2014/main" id="{BD502A8D-5B4A-91DD-70D9-1C6D402011DE}"/>
                    </a:ext>
                  </a:extLst>
                </p:cNvPr>
                <p:cNvSpPr/>
                <p:nvPr/>
              </p:nvSpPr>
              <p:spPr>
                <a:xfrm>
                  <a:off x="4923401" y="1733591"/>
                  <a:ext cx="553580" cy="293070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  <a:prstDash val="dash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schemeClr val="tx1"/>
                    </a:solidFill>
                  </a:endParaRPr>
                </a:p>
              </p:txBody>
            </p:sp>
            <p:cxnSp>
              <p:nvCxnSpPr>
                <p:cNvPr id="1048" name="Straight Arrow Connector 1047">
                  <a:extLst>
                    <a:ext uri="{FF2B5EF4-FFF2-40B4-BE49-F238E27FC236}">
                      <a16:creationId xmlns:a16="http://schemas.microsoft.com/office/drawing/2014/main" id="{710A4DC5-011F-6684-CB33-C83312F8DEDD}"/>
                    </a:ext>
                  </a:extLst>
                </p:cNvPr>
                <p:cNvCxnSpPr>
                  <a:cxnSpLocks/>
                  <a:stCxn id="1043" idx="2"/>
                  <a:endCxn id="1044" idx="0"/>
                </p:cNvCxnSpPr>
                <p:nvPr/>
              </p:nvCxnSpPr>
              <p:spPr>
                <a:xfrm>
                  <a:off x="4514521" y="1505455"/>
                  <a:ext cx="0" cy="228136"/>
                </a:xfrm>
                <a:prstGeom prst="straightConnector1">
                  <a:avLst/>
                </a:prstGeom>
                <a:ln>
                  <a:solidFill>
                    <a:schemeClr val="tx1"/>
                  </a:solidFill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051" name="Straight Arrow Connector 1050">
                  <a:extLst>
                    <a:ext uri="{FF2B5EF4-FFF2-40B4-BE49-F238E27FC236}">
                      <a16:creationId xmlns:a16="http://schemas.microsoft.com/office/drawing/2014/main" id="{D8EB5F1D-68AC-6C5A-15C6-98472BF5DE3D}"/>
                    </a:ext>
                  </a:extLst>
                </p:cNvPr>
                <p:cNvCxnSpPr>
                  <a:cxnSpLocks/>
                  <a:stCxn id="1045" idx="2"/>
                  <a:endCxn id="1046" idx="0"/>
                </p:cNvCxnSpPr>
                <p:nvPr/>
              </p:nvCxnSpPr>
              <p:spPr>
                <a:xfrm>
                  <a:off x="5200191" y="1505455"/>
                  <a:ext cx="0" cy="228136"/>
                </a:xfrm>
                <a:prstGeom prst="straightConnector1">
                  <a:avLst/>
                </a:prstGeom>
                <a:ln>
                  <a:solidFill>
                    <a:schemeClr val="tx1"/>
                  </a:solidFill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1091" name="TextBox 1090">
                <a:extLst>
                  <a:ext uri="{FF2B5EF4-FFF2-40B4-BE49-F238E27FC236}">
                    <a16:creationId xmlns:a16="http://schemas.microsoft.com/office/drawing/2014/main" id="{6B44086C-EA4C-BCD8-EEDA-BAD90948185F}"/>
                  </a:ext>
                </a:extLst>
              </p:cNvPr>
              <p:cNvSpPr txBox="1"/>
              <p:nvPr/>
            </p:nvSpPr>
            <p:spPr>
              <a:xfrm>
                <a:off x="607742" y="5093374"/>
                <a:ext cx="698525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>
                    <a:latin typeface="Garamond" panose="02020404030301010803" pitchFamily="18" charset="0"/>
                  </a:rPr>
                  <a:t>Parents</a:t>
                </a:r>
              </a:p>
            </p:txBody>
          </p:sp>
          <p:sp>
            <p:nvSpPr>
              <p:cNvPr id="1092" name="TextBox 1091">
                <a:extLst>
                  <a:ext uri="{FF2B5EF4-FFF2-40B4-BE49-F238E27FC236}">
                    <a16:creationId xmlns:a16="http://schemas.microsoft.com/office/drawing/2014/main" id="{11BEBE3F-21D4-BF02-5694-38BD5A80AE86}"/>
                  </a:ext>
                </a:extLst>
              </p:cNvPr>
              <p:cNvSpPr txBox="1"/>
              <p:nvPr/>
            </p:nvSpPr>
            <p:spPr>
              <a:xfrm>
                <a:off x="547225" y="5630746"/>
                <a:ext cx="788999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>
                    <a:latin typeface="Garamond" panose="02020404030301010803" pitchFamily="18" charset="0"/>
                  </a:rPr>
                  <a:t>Children</a:t>
                </a:r>
              </a:p>
            </p:txBody>
          </p:sp>
        </p:grpSp>
      </p:grpSp>
      <p:grpSp>
        <p:nvGrpSpPr>
          <p:cNvPr id="1165" name="Group 1164">
            <a:extLst>
              <a:ext uri="{FF2B5EF4-FFF2-40B4-BE49-F238E27FC236}">
                <a16:creationId xmlns:a16="http://schemas.microsoft.com/office/drawing/2014/main" id="{864E67BF-E497-8C22-EB07-6C54C10E07B0}"/>
              </a:ext>
            </a:extLst>
          </p:cNvPr>
          <p:cNvGrpSpPr/>
          <p:nvPr/>
        </p:nvGrpSpPr>
        <p:grpSpPr>
          <a:xfrm>
            <a:off x="2388603" y="3820409"/>
            <a:ext cx="2138717" cy="1971491"/>
            <a:chOff x="2337816" y="3730047"/>
            <a:chExt cx="2138717" cy="1971491"/>
          </a:xfrm>
        </p:grpSpPr>
        <p:sp>
          <p:nvSpPr>
            <p:cNvPr id="1162" name="Rectangle 1161">
              <a:extLst>
                <a:ext uri="{FF2B5EF4-FFF2-40B4-BE49-F238E27FC236}">
                  <a16:creationId xmlns:a16="http://schemas.microsoft.com/office/drawing/2014/main" id="{FB50F45C-98E0-11AC-580D-96534EA8D07B}"/>
                </a:ext>
              </a:extLst>
            </p:cNvPr>
            <p:cNvSpPr/>
            <p:nvPr/>
          </p:nvSpPr>
          <p:spPr>
            <a:xfrm>
              <a:off x="2337816" y="3730047"/>
              <a:ext cx="2138717" cy="1971491"/>
            </a:xfrm>
            <a:prstGeom prst="rect">
              <a:avLst/>
            </a:prstGeom>
            <a:solidFill>
              <a:srgbClr val="E3F1D9"/>
            </a:solidFill>
            <a:ln w="38100">
              <a:solidFill>
                <a:srgbClr val="008001"/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63" name="TextBox 1162">
              <a:extLst>
                <a:ext uri="{FF2B5EF4-FFF2-40B4-BE49-F238E27FC236}">
                  <a16:creationId xmlns:a16="http://schemas.microsoft.com/office/drawing/2014/main" id="{B0EE1DE5-500E-25E6-9AF5-1C243AFB9D1D}"/>
                </a:ext>
              </a:extLst>
            </p:cNvPr>
            <p:cNvSpPr txBox="1"/>
            <p:nvPr/>
          </p:nvSpPr>
          <p:spPr>
            <a:xfrm>
              <a:off x="2401929" y="4247385"/>
              <a:ext cx="1992510" cy="116955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>
                  <a:solidFill>
                    <a:srgbClr val="276113"/>
                  </a:solidFill>
                  <a:latin typeface="Garamond" panose="02020404030301010803" pitchFamily="18" charset="0"/>
                </a:rPr>
                <a:t>Search bounds if revenue increase stagnates</a:t>
              </a:r>
            </a:p>
            <a:p>
              <a:pPr algn="ctr"/>
              <a:endParaRPr lang="en-US" sz="1400" dirty="0">
                <a:solidFill>
                  <a:srgbClr val="276113"/>
                </a:solidFill>
                <a:latin typeface="Garamond" panose="02020404030301010803" pitchFamily="18" charset="0"/>
              </a:endParaRPr>
            </a:p>
            <a:p>
              <a:pPr algn="ctr"/>
              <a:r>
                <a:rPr lang="en-US" sz="1400" dirty="0">
                  <a:solidFill>
                    <a:srgbClr val="276113"/>
                  </a:solidFill>
                  <a:latin typeface="Garamond" panose="02020404030301010803" pitchFamily="18" charset="0"/>
                </a:rPr>
                <a:t>Check every 10 generations</a:t>
              </a:r>
            </a:p>
          </p:txBody>
        </p:sp>
        <p:sp>
          <p:nvSpPr>
            <p:cNvPr id="1164" name="TextBox 1163">
              <a:extLst>
                <a:ext uri="{FF2B5EF4-FFF2-40B4-BE49-F238E27FC236}">
                  <a16:creationId xmlns:a16="http://schemas.microsoft.com/office/drawing/2014/main" id="{497895F2-7458-A963-9594-77F0D684A502}"/>
                </a:ext>
              </a:extLst>
            </p:cNvPr>
            <p:cNvSpPr txBox="1"/>
            <p:nvPr/>
          </p:nvSpPr>
          <p:spPr>
            <a:xfrm>
              <a:off x="2777442" y="3774045"/>
              <a:ext cx="1237839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2000" b="1" dirty="0">
                  <a:solidFill>
                    <a:srgbClr val="276113"/>
                  </a:solidFill>
                  <a:latin typeface="Garamond" panose="02020404030301010803" pitchFamily="18" charset="0"/>
                </a:rPr>
                <a:t>6. Update</a:t>
              </a:r>
            </a:p>
          </p:txBody>
        </p:sp>
      </p:grpSp>
      <p:cxnSp>
        <p:nvCxnSpPr>
          <p:cNvPr id="1172" name="Straight Arrow Connector 1171">
            <a:extLst>
              <a:ext uri="{FF2B5EF4-FFF2-40B4-BE49-F238E27FC236}">
                <a16:creationId xmlns:a16="http://schemas.microsoft.com/office/drawing/2014/main" id="{807C843E-146C-32F7-DAAD-21534CACAF08}"/>
              </a:ext>
            </a:extLst>
          </p:cNvPr>
          <p:cNvCxnSpPr>
            <a:stCxn id="2" idx="3"/>
            <a:endCxn id="4" idx="1"/>
          </p:cNvCxnSpPr>
          <p:nvPr/>
        </p:nvCxnSpPr>
        <p:spPr>
          <a:xfrm>
            <a:off x="4531140" y="2182844"/>
            <a:ext cx="472732" cy="1"/>
          </a:xfrm>
          <a:prstGeom prst="straightConnector1">
            <a:avLst/>
          </a:prstGeom>
          <a:ln w="38100">
            <a:solidFill>
              <a:srgbClr val="00800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73" name="Straight Arrow Connector 1172">
            <a:extLst>
              <a:ext uri="{FF2B5EF4-FFF2-40B4-BE49-F238E27FC236}">
                <a16:creationId xmlns:a16="http://schemas.microsoft.com/office/drawing/2014/main" id="{F62A3D1C-8B42-68C0-6C64-EF177300E10A}"/>
              </a:ext>
            </a:extLst>
          </p:cNvPr>
          <p:cNvCxnSpPr>
            <a:cxnSpLocks/>
            <a:stCxn id="4" idx="3"/>
            <a:endCxn id="17" idx="1"/>
          </p:cNvCxnSpPr>
          <p:nvPr/>
        </p:nvCxnSpPr>
        <p:spPr>
          <a:xfrm>
            <a:off x="7142589" y="2182845"/>
            <a:ext cx="470679" cy="1551"/>
          </a:xfrm>
          <a:prstGeom prst="straightConnector1">
            <a:avLst/>
          </a:prstGeom>
          <a:ln w="38100">
            <a:solidFill>
              <a:srgbClr val="00800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76" name="Straight Arrow Connector 1175">
            <a:extLst>
              <a:ext uri="{FF2B5EF4-FFF2-40B4-BE49-F238E27FC236}">
                <a16:creationId xmlns:a16="http://schemas.microsoft.com/office/drawing/2014/main" id="{529E1F8B-8A91-0D34-2B69-26ABD92942C4}"/>
              </a:ext>
            </a:extLst>
          </p:cNvPr>
          <p:cNvCxnSpPr>
            <a:cxnSpLocks/>
            <a:stCxn id="17" idx="2"/>
            <a:endCxn id="1052" idx="0"/>
          </p:cNvCxnSpPr>
          <p:nvPr/>
        </p:nvCxnSpPr>
        <p:spPr>
          <a:xfrm flipH="1">
            <a:off x="8679184" y="3170141"/>
            <a:ext cx="3443" cy="648354"/>
          </a:xfrm>
          <a:prstGeom prst="straightConnector1">
            <a:avLst/>
          </a:prstGeom>
          <a:ln w="38100">
            <a:solidFill>
              <a:srgbClr val="00800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179" name="Group 1178">
            <a:extLst>
              <a:ext uri="{FF2B5EF4-FFF2-40B4-BE49-F238E27FC236}">
                <a16:creationId xmlns:a16="http://schemas.microsoft.com/office/drawing/2014/main" id="{479348D4-68D0-87C6-A850-F42FE225B921}"/>
              </a:ext>
            </a:extLst>
          </p:cNvPr>
          <p:cNvGrpSpPr/>
          <p:nvPr/>
        </p:nvGrpSpPr>
        <p:grpSpPr>
          <a:xfrm>
            <a:off x="4913383" y="3819114"/>
            <a:ext cx="2348773" cy="1971491"/>
            <a:chOff x="9714025" y="161685"/>
            <a:chExt cx="2348773" cy="1971491"/>
          </a:xfrm>
        </p:grpSpPr>
        <p:sp>
          <p:nvSpPr>
            <p:cNvPr id="1180" name="Rectangle 1179">
              <a:extLst>
                <a:ext uri="{FF2B5EF4-FFF2-40B4-BE49-F238E27FC236}">
                  <a16:creationId xmlns:a16="http://schemas.microsoft.com/office/drawing/2014/main" id="{A42701E9-3C39-FFB5-57D7-5EE26DA62BFF}"/>
                </a:ext>
              </a:extLst>
            </p:cNvPr>
            <p:cNvSpPr/>
            <p:nvPr/>
          </p:nvSpPr>
          <p:spPr>
            <a:xfrm>
              <a:off x="9810768" y="161685"/>
              <a:ext cx="2138717" cy="1971491"/>
            </a:xfrm>
            <a:prstGeom prst="rect">
              <a:avLst/>
            </a:prstGeom>
            <a:solidFill>
              <a:srgbClr val="E3F1D9"/>
            </a:solidFill>
            <a:ln w="38100">
              <a:solidFill>
                <a:srgbClr val="00800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81" name="TextBox 1180">
              <a:extLst>
                <a:ext uri="{FF2B5EF4-FFF2-40B4-BE49-F238E27FC236}">
                  <a16:creationId xmlns:a16="http://schemas.microsoft.com/office/drawing/2014/main" id="{93AEE64B-ED71-8B7C-A343-D1EACB9AA1E5}"/>
                </a:ext>
              </a:extLst>
            </p:cNvPr>
            <p:cNvSpPr txBox="1"/>
            <p:nvPr/>
          </p:nvSpPr>
          <p:spPr>
            <a:xfrm>
              <a:off x="9714025" y="507020"/>
              <a:ext cx="2348773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>
                  <a:solidFill>
                    <a:srgbClr val="276113"/>
                  </a:solidFill>
                  <a:latin typeface="Garamond" panose="02020404030301010803" pitchFamily="18" charset="0"/>
                </a:rPr>
                <a:t>And remove unfit individuals, add new random individuals</a:t>
              </a:r>
            </a:p>
          </p:txBody>
        </p:sp>
        <p:sp>
          <p:nvSpPr>
            <p:cNvPr id="1182" name="TextBox 1181">
              <a:extLst>
                <a:ext uri="{FF2B5EF4-FFF2-40B4-BE49-F238E27FC236}">
                  <a16:creationId xmlns:a16="http://schemas.microsoft.com/office/drawing/2014/main" id="{9E02F612-3D24-6CCB-1F9F-1E39DCE06DD4}"/>
                </a:ext>
              </a:extLst>
            </p:cNvPr>
            <p:cNvSpPr txBox="1"/>
            <p:nvPr/>
          </p:nvSpPr>
          <p:spPr>
            <a:xfrm>
              <a:off x="10331346" y="205683"/>
              <a:ext cx="1075936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2000" b="1" dirty="0">
                  <a:solidFill>
                    <a:srgbClr val="276113"/>
                  </a:solidFill>
                  <a:latin typeface="Garamond" panose="02020404030301010803" pitchFamily="18" charset="0"/>
                </a:rPr>
                <a:t>5. Select</a:t>
              </a:r>
            </a:p>
          </p:txBody>
        </p:sp>
        <p:grpSp>
          <p:nvGrpSpPr>
            <p:cNvPr id="1183" name="Group 1182">
              <a:extLst>
                <a:ext uri="{FF2B5EF4-FFF2-40B4-BE49-F238E27FC236}">
                  <a16:creationId xmlns:a16="http://schemas.microsoft.com/office/drawing/2014/main" id="{932726D3-1EF4-19E7-4912-9C9AF5A4F0D8}"/>
                </a:ext>
              </a:extLst>
            </p:cNvPr>
            <p:cNvGrpSpPr/>
            <p:nvPr/>
          </p:nvGrpSpPr>
          <p:grpSpPr>
            <a:xfrm>
              <a:off x="9942502" y="1139929"/>
              <a:ext cx="1859043" cy="773964"/>
              <a:chOff x="9942502" y="1139929"/>
              <a:chExt cx="1859043" cy="773964"/>
            </a:xfrm>
          </p:grpSpPr>
          <p:sp>
            <p:nvSpPr>
              <p:cNvPr id="1184" name="Oval 1183">
                <a:extLst>
                  <a:ext uri="{FF2B5EF4-FFF2-40B4-BE49-F238E27FC236}">
                    <a16:creationId xmlns:a16="http://schemas.microsoft.com/office/drawing/2014/main" id="{45D62CCC-62B4-2A56-0C5C-4303E5366708}"/>
                  </a:ext>
                </a:extLst>
              </p:cNvPr>
              <p:cNvSpPr/>
              <p:nvPr/>
            </p:nvSpPr>
            <p:spPr>
              <a:xfrm>
                <a:off x="9942502" y="1242677"/>
                <a:ext cx="182880" cy="182880"/>
              </a:xfrm>
              <a:prstGeom prst="ellipse">
                <a:avLst/>
              </a:prstGeom>
              <a:solidFill>
                <a:srgbClr val="276113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1185" name="Oval 1184">
                <a:extLst>
                  <a:ext uri="{FF2B5EF4-FFF2-40B4-BE49-F238E27FC236}">
                    <a16:creationId xmlns:a16="http://schemas.microsoft.com/office/drawing/2014/main" id="{B0D1276A-5F17-DDC8-C849-AF45908B05A0}"/>
                  </a:ext>
                </a:extLst>
              </p:cNvPr>
              <p:cNvSpPr/>
              <p:nvPr/>
            </p:nvSpPr>
            <p:spPr>
              <a:xfrm>
                <a:off x="10001157" y="1575864"/>
                <a:ext cx="182880" cy="18288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1186" name="Oval 1185">
                <a:extLst>
                  <a:ext uri="{FF2B5EF4-FFF2-40B4-BE49-F238E27FC236}">
                    <a16:creationId xmlns:a16="http://schemas.microsoft.com/office/drawing/2014/main" id="{EB55D752-ACF4-2879-BAA6-C0016704CB7C}"/>
                  </a:ext>
                </a:extLst>
              </p:cNvPr>
              <p:cNvSpPr/>
              <p:nvPr/>
            </p:nvSpPr>
            <p:spPr>
              <a:xfrm>
                <a:off x="10254661" y="1698914"/>
                <a:ext cx="182880" cy="18288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1187" name="Oval 1186">
                <a:extLst>
                  <a:ext uri="{FF2B5EF4-FFF2-40B4-BE49-F238E27FC236}">
                    <a16:creationId xmlns:a16="http://schemas.microsoft.com/office/drawing/2014/main" id="{BDF51277-9830-4003-3C3A-634911B62EDC}"/>
                  </a:ext>
                </a:extLst>
              </p:cNvPr>
              <p:cNvSpPr/>
              <p:nvPr/>
            </p:nvSpPr>
            <p:spPr>
              <a:xfrm>
                <a:off x="10490880" y="1392984"/>
                <a:ext cx="182880" cy="182880"/>
              </a:xfrm>
              <a:prstGeom prst="ellipse">
                <a:avLst/>
              </a:prstGeom>
              <a:solidFill>
                <a:srgbClr val="95B176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1188" name="Oval 1187">
                <a:extLst>
                  <a:ext uri="{FF2B5EF4-FFF2-40B4-BE49-F238E27FC236}">
                    <a16:creationId xmlns:a16="http://schemas.microsoft.com/office/drawing/2014/main" id="{973061E3-CC99-754E-7D7C-F8E9E10E3B4F}"/>
                  </a:ext>
                </a:extLst>
              </p:cNvPr>
              <p:cNvSpPr/>
              <p:nvPr/>
            </p:nvSpPr>
            <p:spPr>
              <a:xfrm>
                <a:off x="10599948" y="1139929"/>
                <a:ext cx="182880" cy="18288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1189" name="Oval 1188">
                <a:extLst>
                  <a:ext uri="{FF2B5EF4-FFF2-40B4-BE49-F238E27FC236}">
                    <a16:creationId xmlns:a16="http://schemas.microsoft.com/office/drawing/2014/main" id="{04BC1728-6B23-0C50-989E-580E7C516A7E}"/>
                  </a:ext>
                </a:extLst>
              </p:cNvPr>
              <p:cNvSpPr/>
              <p:nvPr/>
            </p:nvSpPr>
            <p:spPr>
              <a:xfrm>
                <a:off x="11035174" y="1231369"/>
                <a:ext cx="182880" cy="182880"/>
              </a:xfrm>
              <a:prstGeom prst="ellipse">
                <a:avLst/>
              </a:prstGeom>
              <a:solidFill>
                <a:srgbClr val="E3F1D9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1190" name="Oval 1189">
                <a:extLst>
                  <a:ext uri="{FF2B5EF4-FFF2-40B4-BE49-F238E27FC236}">
                    <a16:creationId xmlns:a16="http://schemas.microsoft.com/office/drawing/2014/main" id="{0C01EB78-EC54-B5CC-217B-770C838EA09D}"/>
                  </a:ext>
                </a:extLst>
              </p:cNvPr>
              <p:cNvSpPr/>
              <p:nvPr/>
            </p:nvSpPr>
            <p:spPr>
              <a:xfrm>
                <a:off x="10949760" y="1494482"/>
                <a:ext cx="182880" cy="182880"/>
              </a:xfrm>
              <a:prstGeom prst="ellipse">
                <a:avLst/>
              </a:prstGeom>
              <a:solidFill>
                <a:srgbClr val="95B176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1191" name="Oval 1190">
                <a:extLst>
                  <a:ext uri="{FF2B5EF4-FFF2-40B4-BE49-F238E27FC236}">
                    <a16:creationId xmlns:a16="http://schemas.microsoft.com/office/drawing/2014/main" id="{4962EADA-DF44-B731-4954-399680F81747}"/>
                  </a:ext>
                </a:extLst>
              </p:cNvPr>
              <p:cNvSpPr/>
              <p:nvPr/>
            </p:nvSpPr>
            <p:spPr>
              <a:xfrm>
                <a:off x="10863636" y="1731013"/>
                <a:ext cx="182880" cy="18288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1192" name="Oval 1191">
                <a:extLst>
                  <a:ext uri="{FF2B5EF4-FFF2-40B4-BE49-F238E27FC236}">
                    <a16:creationId xmlns:a16="http://schemas.microsoft.com/office/drawing/2014/main" id="{C9043A08-5467-506F-D5A9-BC1BBFD55489}"/>
                  </a:ext>
                </a:extLst>
              </p:cNvPr>
              <p:cNvSpPr/>
              <p:nvPr/>
            </p:nvSpPr>
            <p:spPr>
              <a:xfrm>
                <a:off x="11353677" y="1355602"/>
                <a:ext cx="182880" cy="182880"/>
              </a:xfrm>
              <a:prstGeom prst="ellipse">
                <a:avLst/>
              </a:prstGeom>
              <a:solidFill>
                <a:srgbClr val="A5A5A5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1193" name="Oval 1192">
                <a:extLst>
                  <a:ext uri="{FF2B5EF4-FFF2-40B4-BE49-F238E27FC236}">
                    <a16:creationId xmlns:a16="http://schemas.microsoft.com/office/drawing/2014/main" id="{A4ECB7CD-E3D5-8C76-7916-C3887435E252}"/>
                  </a:ext>
                </a:extLst>
              </p:cNvPr>
              <p:cNvSpPr/>
              <p:nvPr/>
            </p:nvSpPr>
            <p:spPr>
              <a:xfrm>
                <a:off x="11363300" y="1600579"/>
                <a:ext cx="182880" cy="182880"/>
              </a:xfrm>
              <a:prstGeom prst="ellipse">
                <a:avLst/>
              </a:prstGeom>
              <a:solidFill>
                <a:srgbClr val="A5A5A5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1194" name="Oval 1193">
                <a:extLst>
                  <a:ext uri="{FF2B5EF4-FFF2-40B4-BE49-F238E27FC236}">
                    <a16:creationId xmlns:a16="http://schemas.microsoft.com/office/drawing/2014/main" id="{44A7ADF1-79C4-52F9-21BE-22DF00D50CAE}"/>
                  </a:ext>
                </a:extLst>
              </p:cNvPr>
              <p:cNvSpPr/>
              <p:nvPr/>
            </p:nvSpPr>
            <p:spPr>
              <a:xfrm>
                <a:off x="11596035" y="1341955"/>
                <a:ext cx="182880" cy="182880"/>
              </a:xfrm>
              <a:prstGeom prst="ellipse">
                <a:avLst/>
              </a:prstGeom>
              <a:solidFill>
                <a:srgbClr val="A5A5A5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1195" name="Oval 1194">
                <a:extLst>
                  <a:ext uri="{FF2B5EF4-FFF2-40B4-BE49-F238E27FC236}">
                    <a16:creationId xmlns:a16="http://schemas.microsoft.com/office/drawing/2014/main" id="{9B9711AE-D7EA-7012-D81E-E3FA69322E30}"/>
                  </a:ext>
                </a:extLst>
              </p:cNvPr>
              <p:cNvSpPr/>
              <p:nvPr/>
            </p:nvSpPr>
            <p:spPr>
              <a:xfrm>
                <a:off x="11605658" y="1586932"/>
                <a:ext cx="182880" cy="182880"/>
              </a:xfrm>
              <a:prstGeom prst="ellipse">
                <a:avLst/>
              </a:prstGeom>
              <a:solidFill>
                <a:srgbClr val="A5A5A5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grpSp>
            <p:nvGrpSpPr>
              <p:cNvPr id="1196" name="Group 1195">
                <a:extLst>
                  <a:ext uri="{FF2B5EF4-FFF2-40B4-BE49-F238E27FC236}">
                    <a16:creationId xmlns:a16="http://schemas.microsoft.com/office/drawing/2014/main" id="{7F1DB317-EF2D-1F24-BC06-1F51E89B9B68}"/>
                  </a:ext>
                </a:extLst>
              </p:cNvPr>
              <p:cNvGrpSpPr/>
              <p:nvPr/>
            </p:nvGrpSpPr>
            <p:grpSpPr>
              <a:xfrm>
                <a:off x="10286288" y="1151194"/>
                <a:ext cx="182880" cy="182923"/>
                <a:chOff x="5609303" y="2447573"/>
                <a:chExt cx="182880" cy="182923"/>
              </a:xfrm>
            </p:grpSpPr>
            <p:sp>
              <p:nvSpPr>
                <p:cNvPr id="1210" name="Oval 1209">
                  <a:extLst>
                    <a:ext uri="{FF2B5EF4-FFF2-40B4-BE49-F238E27FC236}">
                      <a16:creationId xmlns:a16="http://schemas.microsoft.com/office/drawing/2014/main" id="{94902A12-1BCD-3434-9976-C3854F098CEC}"/>
                    </a:ext>
                  </a:extLst>
                </p:cNvPr>
                <p:cNvSpPr/>
                <p:nvPr/>
              </p:nvSpPr>
              <p:spPr>
                <a:xfrm>
                  <a:off x="5609303" y="2447616"/>
                  <a:ext cx="182880" cy="182880"/>
                </a:xfrm>
                <a:prstGeom prst="ellipse">
                  <a:avLst/>
                </a:prstGeom>
                <a:solidFill>
                  <a:srgbClr val="95B176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211" name="Pie 1210">
                  <a:extLst>
                    <a:ext uri="{FF2B5EF4-FFF2-40B4-BE49-F238E27FC236}">
                      <a16:creationId xmlns:a16="http://schemas.microsoft.com/office/drawing/2014/main" id="{D86D24A0-420F-08F9-B2B5-8919B0590541}"/>
                    </a:ext>
                  </a:extLst>
                </p:cNvPr>
                <p:cNvSpPr/>
                <p:nvPr/>
              </p:nvSpPr>
              <p:spPr>
                <a:xfrm>
                  <a:off x="5609303" y="2447573"/>
                  <a:ext cx="182880" cy="182880"/>
                </a:xfrm>
                <a:prstGeom prst="pie">
                  <a:avLst>
                    <a:gd name="adj1" fmla="val 2847946"/>
                    <a:gd name="adj2" fmla="val 13720470"/>
                  </a:avLst>
                </a:prstGeom>
                <a:solidFill>
                  <a:srgbClr val="00990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schemeClr val="tx1"/>
                    </a:solidFill>
                  </a:endParaRPr>
                </a:p>
              </p:txBody>
            </p:sp>
          </p:grpSp>
          <p:grpSp>
            <p:nvGrpSpPr>
              <p:cNvPr id="1197" name="Group 1196">
                <a:extLst>
                  <a:ext uri="{FF2B5EF4-FFF2-40B4-BE49-F238E27FC236}">
                    <a16:creationId xmlns:a16="http://schemas.microsoft.com/office/drawing/2014/main" id="{3AC3445A-B92C-DA9A-9ADC-F6A67AB8F3E7}"/>
                  </a:ext>
                </a:extLst>
              </p:cNvPr>
              <p:cNvGrpSpPr/>
              <p:nvPr/>
            </p:nvGrpSpPr>
            <p:grpSpPr>
              <a:xfrm>
                <a:off x="10217001" y="1398300"/>
                <a:ext cx="187307" cy="191250"/>
                <a:chOff x="5540016" y="2694679"/>
                <a:chExt cx="187307" cy="191250"/>
              </a:xfrm>
            </p:grpSpPr>
            <p:sp>
              <p:nvSpPr>
                <p:cNvPr id="1208" name="Oval 1207">
                  <a:extLst>
                    <a:ext uri="{FF2B5EF4-FFF2-40B4-BE49-F238E27FC236}">
                      <a16:creationId xmlns:a16="http://schemas.microsoft.com/office/drawing/2014/main" id="{BE331A41-3A9F-76C9-4494-3C8651C68C71}"/>
                    </a:ext>
                  </a:extLst>
                </p:cNvPr>
                <p:cNvSpPr/>
                <p:nvPr/>
              </p:nvSpPr>
              <p:spPr>
                <a:xfrm>
                  <a:off x="5544443" y="2694679"/>
                  <a:ext cx="182880" cy="182880"/>
                </a:xfrm>
                <a:prstGeom prst="ellipse">
                  <a:avLst/>
                </a:prstGeom>
                <a:solidFill>
                  <a:srgbClr val="00990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209" name="Pie 1208">
                  <a:extLst>
                    <a:ext uri="{FF2B5EF4-FFF2-40B4-BE49-F238E27FC236}">
                      <a16:creationId xmlns:a16="http://schemas.microsoft.com/office/drawing/2014/main" id="{97F3672E-30F3-FECF-3A22-776D14A7C666}"/>
                    </a:ext>
                  </a:extLst>
                </p:cNvPr>
                <p:cNvSpPr/>
                <p:nvPr/>
              </p:nvSpPr>
              <p:spPr>
                <a:xfrm>
                  <a:off x="5540016" y="2703049"/>
                  <a:ext cx="182880" cy="182880"/>
                </a:xfrm>
                <a:prstGeom prst="pie">
                  <a:avLst>
                    <a:gd name="adj1" fmla="val 2847946"/>
                    <a:gd name="adj2" fmla="val 13720470"/>
                  </a:avLst>
                </a:prstGeom>
                <a:solidFill>
                  <a:srgbClr val="95B176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schemeClr val="tx1"/>
                    </a:solidFill>
                  </a:endParaRPr>
                </a:p>
              </p:txBody>
            </p:sp>
          </p:grpSp>
          <p:grpSp>
            <p:nvGrpSpPr>
              <p:cNvPr id="1198" name="Group 1197">
                <a:extLst>
                  <a:ext uri="{FF2B5EF4-FFF2-40B4-BE49-F238E27FC236}">
                    <a16:creationId xmlns:a16="http://schemas.microsoft.com/office/drawing/2014/main" id="{7D30B660-4EC6-E01D-67D2-E2D392DBEC50}"/>
                  </a:ext>
                </a:extLst>
              </p:cNvPr>
              <p:cNvGrpSpPr/>
              <p:nvPr/>
            </p:nvGrpSpPr>
            <p:grpSpPr>
              <a:xfrm>
                <a:off x="10780772" y="1299716"/>
                <a:ext cx="184936" cy="184708"/>
                <a:chOff x="6103787" y="2596095"/>
                <a:chExt cx="184936" cy="184708"/>
              </a:xfrm>
            </p:grpSpPr>
            <p:sp>
              <p:nvSpPr>
                <p:cNvPr id="1206" name="Oval 1205">
                  <a:extLst>
                    <a:ext uri="{FF2B5EF4-FFF2-40B4-BE49-F238E27FC236}">
                      <a16:creationId xmlns:a16="http://schemas.microsoft.com/office/drawing/2014/main" id="{8AC5F041-0E7F-7356-AAD0-E897CADF955E}"/>
                    </a:ext>
                  </a:extLst>
                </p:cNvPr>
                <p:cNvSpPr/>
                <p:nvPr/>
              </p:nvSpPr>
              <p:spPr>
                <a:xfrm>
                  <a:off x="6105843" y="2597923"/>
                  <a:ext cx="182880" cy="182880"/>
                </a:xfrm>
                <a:prstGeom prst="ellipse">
                  <a:avLst/>
                </a:prstGeom>
                <a:solidFill>
                  <a:srgbClr val="00990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207" name="Pie 1206">
                  <a:extLst>
                    <a:ext uri="{FF2B5EF4-FFF2-40B4-BE49-F238E27FC236}">
                      <a16:creationId xmlns:a16="http://schemas.microsoft.com/office/drawing/2014/main" id="{4F69EFBD-B3CF-A008-71D5-482102067F2D}"/>
                    </a:ext>
                  </a:extLst>
                </p:cNvPr>
                <p:cNvSpPr/>
                <p:nvPr/>
              </p:nvSpPr>
              <p:spPr>
                <a:xfrm>
                  <a:off x="6103787" y="2596095"/>
                  <a:ext cx="182880" cy="182880"/>
                </a:xfrm>
                <a:prstGeom prst="pie">
                  <a:avLst>
                    <a:gd name="adj1" fmla="val 2847946"/>
                    <a:gd name="adj2" fmla="val 13720470"/>
                  </a:avLst>
                </a:prstGeom>
                <a:solidFill>
                  <a:srgbClr val="92D05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schemeClr val="tx1"/>
                    </a:solidFill>
                  </a:endParaRPr>
                </a:p>
              </p:txBody>
            </p:sp>
          </p:grpSp>
          <p:grpSp>
            <p:nvGrpSpPr>
              <p:cNvPr id="1199" name="Group 1198">
                <a:extLst>
                  <a:ext uri="{FF2B5EF4-FFF2-40B4-BE49-F238E27FC236}">
                    <a16:creationId xmlns:a16="http://schemas.microsoft.com/office/drawing/2014/main" id="{79A3DD18-9DB2-F4E1-4D98-C14484550A54}"/>
                  </a:ext>
                </a:extLst>
              </p:cNvPr>
              <p:cNvGrpSpPr/>
              <p:nvPr/>
            </p:nvGrpSpPr>
            <p:grpSpPr>
              <a:xfrm>
                <a:off x="10587958" y="1639573"/>
                <a:ext cx="184238" cy="183742"/>
                <a:chOff x="5910973" y="2935952"/>
                <a:chExt cx="184238" cy="183742"/>
              </a:xfrm>
            </p:grpSpPr>
            <p:sp>
              <p:nvSpPr>
                <p:cNvPr id="1204" name="Oval 1203">
                  <a:extLst>
                    <a:ext uri="{FF2B5EF4-FFF2-40B4-BE49-F238E27FC236}">
                      <a16:creationId xmlns:a16="http://schemas.microsoft.com/office/drawing/2014/main" id="{9D01944C-1309-5459-8BC1-690D29BAE0A6}"/>
                    </a:ext>
                  </a:extLst>
                </p:cNvPr>
                <p:cNvSpPr/>
                <p:nvPr/>
              </p:nvSpPr>
              <p:spPr>
                <a:xfrm>
                  <a:off x="5912331" y="2936814"/>
                  <a:ext cx="182880" cy="182880"/>
                </a:xfrm>
                <a:prstGeom prst="ellipse">
                  <a:avLst/>
                </a:prstGeom>
                <a:solidFill>
                  <a:srgbClr val="92D05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205" name="Pie 1204">
                  <a:extLst>
                    <a:ext uri="{FF2B5EF4-FFF2-40B4-BE49-F238E27FC236}">
                      <a16:creationId xmlns:a16="http://schemas.microsoft.com/office/drawing/2014/main" id="{FBACD546-D36B-51E1-534F-19C88C99CFEC}"/>
                    </a:ext>
                  </a:extLst>
                </p:cNvPr>
                <p:cNvSpPr/>
                <p:nvPr/>
              </p:nvSpPr>
              <p:spPr>
                <a:xfrm>
                  <a:off x="5910973" y="2935952"/>
                  <a:ext cx="182880" cy="182880"/>
                </a:xfrm>
                <a:prstGeom prst="pie">
                  <a:avLst>
                    <a:gd name="adj1" fmla="val 2847946"/>
                    <a:gd name="adj2" fmla="val 13720470"/>
                  </a:avLst>
                </a:prstGeom>
                <a:solidFill>
                  <a:srgbClr val="00990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schemeClr val="tx1"/>
                    </a:solidFill>
                  </a:endParaRPr>
                </a:p>
              </p:txBody>
            </p:sp>
          </p:grpSp>
          <p:sp>
            <p:nvSpPr>
              <p:cNvPr id="1200" name="Cross 1199">
                <a:extLst>
                  <a:ext uri="{FF2B5EF4-FFF2-40B4-BE49-F238E27FC236}">
                    <a16:creationId xmlns:a16="http://schemas.microsoft.com/office/drawing/2014/main" id="{EFCA9219-D1DE-E1C9-F74D-6A15B7F21BB0}"/>
                  </a:ext>
                </a:extLst>
              </p:cNvPr>
              <p:cNvSpPr/>
              <p:nvPr/>
            </p:nvSpPr>
            <p:spPr>
              <a:xfrm rot="2693924">
                <a:off x="11341028" y="1346458"/>
                <a:ext cx="201168" cy="201168"/>
              </a:xfrm>
              <a:prstGeom prst="plus">
                <a:avLst>
                  <a:gd name="adj" fmla="val 43687"/>
                </a:avLst>
              </a:prstGeom>
              <a:solidFill>
                <a:srgbClr val="FF0000"/>
              </a:solidFill>
              <a:ln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1201" name="Cross 1200">
                <a:extLst>
                  <a:ext uri="{FF2B5EF4-FFF2-40B4-BE49-F238E27FC236}">
                    <a16:creationId xmlns:a16="http://schemas.microsoft.com/office/drawing/2014/main" id="{E050ABC5-CE53-7D24-E6A6-25C19B83F0ED}"/>
                  </a:ext>
                </a:extLst>
              </p:cNvPr>
              <p:cNvSpPr/>
              <p:nvPr/>
            </p:nvSpPr>
            <p:spPr>
              <a:xfrm rot="2693924">
                <a:off x="11350652" y="1589516"/>
                <a:ext cx="201168" cy="201168"/>
              </a:xfrm>
              <a:prstGeom prst="plus">
                <a:avLst>
                  <a:gd name="adj" fmla="val 43687"/>
                </a:avLst>
              </a:prstGeom>
              <a:solidFill>
                <a:srgbClr val="FF0000"/>
              </a:solidFill>
              <a:ln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1202" name="Cross 1201">
                <a:extLst>
                  <a:ext uri="{FF2B5EF4-FFF2-40B4-BE49-F238E27FC236}">
                    <a16:creationId xmlns:a16="http://schemas.microsoft.com/office/drawing/2014/main" id="{2A5A4A30-C680-AB6C-A6EB-15EAA6E80149}"/>
                  </a:ext>
                </a:extLst>
              </p:cNvPr>
              <p:cNvSpPr/>
              <p:nvPr/>
            </p:nvSpPr>
            <p:spPr>
              <a:xfrm rot="2693924">
                <a:off x="11590753" y="1337426"/>
                <a:ext cx="201168" cy="201168"/>
              </a:xfrm>
              <a:prstGeom prst="plus">
                <a:avLst>
                  <a:gd name="adj" fmla="val 43687"/>
                </a:avLst>
              </a:prstGeom>
              <a:solidFill>
                <a:srgbClr val="FF0000"/>
              </a:solidFill>
              <a:ln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1203" name="Cross 1202">
                <a:extLst>
                  <a:ext uri="{FF2B5EF4-FFF2-40B4-BE49-F238E27FC236}">
                    <a16:creationId xmlns:a16="http://schemas.microsoft.com/office/drawing/2014/main" id="{2F182ADE-4BEC-AB33-0792-C09FB1E51F37}"/>
                  </a:ext>
                </a:extLst>
              </p:cNvPr>
              <p:cNvSpPr/>
              <p:nvPr/>
            </p:nvSpPr>
            <p:spPr>
              <a:xfrm rot="2693924">
                <a:off x="11600377" y="1580484"/>
                <a:ext cx="201168" cy="201168"/>
              </a:xfrm>
              <a:prstGeom prst="plus">
                <a:avLst>
                  <a:gd name="adj" fmla="val 43687"/>
                </a:avLst>
              </a:prstGeom>
              <a:solidFill>
                <a:srgbClr val="FF0000"/>
              </a:solidFill>
              <a:ln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</p:grpSp>
      </p:grpSp>
      <p:cxnSp>
        <p:nvCxnSpPr>
          <p:cNvPr id="1212" name="Straight Arrow Connector 1211">
            <a:extLst>
              <a:ext uri="{FF2B5EF4-FFF2-40B4-BE49-F238E27FC236}">
                <a16:creationId xmlns:a16="http://schemas.microsoft.com/office/drawing/2014/main" id="{473F24B7-9F21-D786-40E5-74FA01AF996A}"/>
              </a:ext>
            </a:extLst>
          </p:cNvPr>
          <p:cNvCxnSpPr>
            <a:cxnSpLocks/>
            <a:stCxn id="1052" idx="1"/>
            <a:endCxn id="1180" idx="3"/>
          </p:cNvCxnSpPr>
          <p:nvPr/>
        </p:nvCxnSpPr>
        <p:spPr>
          <a:xfrm flipH="1">
            <a:off x="7148843" y="4804241"/>
            <a:ext cx="460982" cy="619"/>
          </a:xfrm>
          <a:prstGeom prst="straightConnector1">
            <a:avLst/>
          </a:prstGeom>
          <a:ln w="38100">
            <a:solidFill>
              <a:srgbClr val="00800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15" name="Straight Arrow Connector 1214">
            <a:extLst>
              <a:ext uri="{FF2B5EF4-FFF2-40B4-BE49-F238E27FC236}">
                <a16:creationId xmlns:a16="http://schemas.microsoft.com/office/drawing/2014/main" id="{CCA621E5-DFAE-D9E6-A6EC-2D896468F8D4}"/>
              </a:ext>
            </a:extLst>
          </p:cNvPr>
          <p:cNvCxnSpPr>
            <a:cxnSpLocks/>
            <a:stCxn id="1180" idx="1"/>
            <a:endCxn id="1162" idx="3"/>
          </p:cNvCxnSpPr>
          <p:nvPr/>
        </p:nvCxnSpPr>
        <p:spPr>
          <a:xfrm flipH="1">
            <a:off x="4527320" y="4804860"/>
            <a:ext cx="482806" cy="1295"/>
          </a:xfrm>
          <a:prstGeom prst="straightConnector1">
            <a:avLst/>
          </a:prstGeom>
          <a:ln w="38100">
            <a:solidFill>
              <a:srgbClr val="008001"/>
            </a:solidFill>
            <a:prstDash val="sys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22" name="Elbow Connector 1221">
            <a:extLst>
              <a:ext uri="{FF2B5EF4-FFF2-40B4-BE49-F238E27FC236}">
                <a16:creationId xmlns:a16="http://schemas.microsoft.com/office/drawing/2014/main" id="{F7DF802A-501F-9674-EF4D-5C50EF74B9BC}"/>
              </a:ext>
            </a:extLst>
          </p:cNvPr>
          <p:cNvCxnSpPr>
            <a:cxnSpLocks/>
            <a:stCxn id="1162" idx="0"/>
            <a:endCxn id="4" idx="2"/>
          </p:cNvCxnSpPr>
          <p:nvPr/>
        </p:nvCxnSpPr>
        <p:spPr>
          <a:xfrm rot="5400000" flipH="1" flipV="1">
            <a:off x="4439687" y="2186866"/>
            <a:ext cx="651819" cy="2615269"/>
          </a:xfrm>
          <a:prstGeom prst="bentConnector3">
            <a:avLst>
              <a:gd name="adj1" fmla="val 33603"/>
            </a:avLst>
          </a:prstGeom>
          <a:ln w="38100">
            <a:solidFill>
              <a:srgbClr val="008001"/>
            </a:solidFill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3430992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482DA2-A517-506C-44FF-0A6AEFEFC1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DE76D4DF-4323-DC86-C320-8CBDD5F227C7}"/>
              </a:ext>
            </a:extLst>
          </p:cNvPr>
          <p:cNvSpPr/>
          <p:nvPr/>
        </p:nvSpPr>
        <p:spPr>
          <a:xfrm>
            <a:off x="4364367" y="216844"/>
            <a:ext cx="3450565" cy="914400"/>
          </a:xfrm>
          <a:prstGeom prst="roundRect">
            <a:avLst/>
          </a:prstGeom>
          <a:solidFill>
            <a:srgbClr val="E3F1D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ounded Rectangle 29">
            <a:extLst>
              <a:ext uri="{FF2B5EF4-FFF2-40B4-BE49-F238E27FC236}">
                <a16:creationId xmlns:a16="http://schemas.microsoft.com/office/drawing/2014/main" id="{51B6E2FF-A095-CB83-80E9-9EA504091B32}"/>
              </a:ext>
            </a:extLst>
          </p:cNvPr>
          <p:cNvSpPr/>
          <p:nvPr/>
        </p:nvSpPr>
        <p:spPr>
          <a:xfrm>
            <a:off x="4364367" y="1318826"/>
            <a:ext cx="3450565" cy="914400"/>
          </a:xfrm>
          <a:prstGeom prst="roundRect">
            <a:avLst/>
          </a:prstGeom>
          <a:solidFill>
            <a:srgbClr val="E3F1D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ounded Rectangle 30">
            <a:extLst>
              <a:ext uri="{FF2B5EF4-FFF2-40B4-BE49-F238E27FC236}">
                <a16:creationId xmlns:a16="http://schemas.microsoft.com/office/drawing/2014/main" id="{82EC13CD-5D95-497E-A6DA-54CCFE0DF12A}"/>
              </a:ext>
            </a:extLst>
          </p:cNvPr>
          <p:cNvSpPr/>
          <p:nvPr/>
        </p:nvSpPr>
        <p:spPr>
          <a:xfrm>
            <a:off x="4364367" y="2420808"/>
            <a:ext cx="3450565" cy="914400"/>
          </a:xfrm>
          <a:prstGeom prst="roundRect">
            <a:avLst/>
          </a:prstGeom>
          <a:solidFill>
            <a:srgbClr val="E3F1D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ounded Rectangle 31">
            <a:extLst>
              <a:ext uri="{FF2B5EF4-FFF2-40B4-BE49-F238E27FC236}">
                <a16:creationId xmlns:a16="http://schemas.microsoft.com/office/drawing/2014/main" id="{B74DBFAD-E668-2B74-76B5-B4433D5F19B9}"/>
              </a:ext>
            </a:extLst>
          </p:cNvPr>
          <p:cNvSpPr/>
          <p:nvPr/>
        </p:nvSpPr>
        <p:spPr>
          <a:xfrm>
            <a:off x="4364367" y="3522790"/>
            <a:ext cx="3450565" cy="914400"/>
          </a:xfrm>
          <a:prstGeom prst="roundRect">
            <a:avLst/>
          </a:prstGeom>
          <a:solidFill>
            <a:srgbClr val="E3F1D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ounded Rectangle 32">
            <a:extLst>
              <a:ext uri="{FF2B5EF4-FFF2-40B4-BE49-F238E27FC236}">
                <a16:creationId xmlns:a16="http://schemas.microsoft.com/office/drawing/2014/main" id="{7EBA2E7C-F464-FB9F-A7AB-6B5B3D631178}"/>
              </a:ext>
            </a:extLst>
          </p:cNvPr>
          <p:cNvSpPr/>
          <p:nvPr/>
        </p:nvSpPr>
        <p:spPr>
          <a:xfrm>
            <a:off x="4364367" y="4624772"/>
            <a:ext cx="3450565" cy="914400"/>
          </a:xfrm>
          <a:prstGeom prst="roundRect">
            <a:avLst/>
          </a:prstGeom>
          <a:solidFill>
            <a:srgbClr val="E3F1D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ounded Rectangle 33">
            <a:extLst>
              <a:ext uri="{FF2B5EF4-FFF2-40B4-BE49-F238E27FC236}">
                <a16:creationId xmlns:a16="http://schemas.microsoft.com/office/drawing/2014/main" id="{A3210F35-723E-5A7D-800D-1B08B2D83B2F}"/>
              </a:ext>
            </a:extLst>
          </p:cNvPr>
          <p:cNvSpPr/>
          <p:nvPr/>
        </p:nvSpPr>
        <p:spPr>
          <a:xfrm>
            <a:off x="4364367" y="5726755"/>
            <a:ext cx="3450565" cy="914400"/>
          </a:xfrm>
          <a:prstGeom prst="roundRect">
            <a:avLst/>
          </a:prstGeom>
          <a:solidFill>
            <a:srgbClr val="E3F1D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57" name="Group 1056">
            <a:extLst>
              <a:ext uri="{FF2B5EF4-FFF2-40B4-BE49-F238E27FC236}">
                <a16:creationId xmlns:a16="http://schemas.microsoft.com/office/drawing/2014/main" id="{DABBE6FA-5E1C-FE84-500D-B31D3B7A8BD4}"/>
              </a:ext>
            </a:extLst>
          </p:cNvPr>
          <p:cNvGrpSpPr/>
          <p:nvPr/>
        </p:nvGrpSpPr>
        <p:grpSpPr>
          <a:xfrm>
            <a:off x="6552521" y="438292"/>
            <a:ext cx="882422" cy="548640"/>
            <a:chOff x="3082299" y="2425000"/>
            <a:chExt cx="1275552" cy="773964"/>
          </a:xfrm>
          <a:solidFill>
            <a:schemeClr val="bg1"/>
          </a:solidFill>
        </p:grpSpPr>
        <p:sp>
          <p:nvSpPr>
            <p:cNvPr id="1058" name="Oval 1057">
              <a:extLst>
                <a:ext uri="{FF2B5EF4-FFF2-40B4-BE49-F238E27FC236}">
                  <a16:creationId xmlns:a16="http://schemas.microsoft.com/office/drawing/2014/main" id="{37870BFB-5B85-7D32-25D9-D2B2A4E5A100}"/>
                </a:ext>
              </a:extLst>
            </p:cNvPr>
            <p:cNvSpPr/>
            <p:nvPr/>
          </p:nvSpPr>
          <p:spPr>
            <a:xfrm>
              <a:off x="3082299" y="2527748"/>
              <a:ext cx="182880" cy="182880"/>
            </a:xfrm>
            <a:prstGeom prst="ellipse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1059" name="Oval 1058">
              <a:extLst>
                <a:ext uri="{FF2B5EF4-FFF2-40B4-BE49-F238E27FC236}">
                  <a16:creationId xmlns:a16="http://schemas.microsoft.com/office/drawing/2014/main" id="{B164F882-E293-8393-0A7F-D9493EC0E49C}"/>
                </a:ext>
              </a:extLst>
            </p:cNvPr>
            <p:cNvSpPr/>
            <p:nvPr/>
          </p:nvSpPr>
          <p:spPr>
            <a:xfrm>
              <a:off x="3426085" y="2436308"/>
              <a:ext cx="182880" cy="182880"/>
            </a:xfrm>
            <a:prstGeom prst="ellipse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1060" name="Oval 1059">
              <a:extLst>
                <a:ext uri="{FF2B5EF4-FFF2-40B4-BE49-F238E27FC236}">
                  <a16:creationId xmlns:a16="http://schemas.microsoft.com/office/drawing/2014/main" id="{457CC401-ADF1-CE9E-2CCC-BE9843566FDD}"/>
                </a:ext>
              </a:extLst>
            </p:cNvPr>
            <p:cNvSpPr/>
            <p:nvPr/>
          </p:nvSpPr>
          <p:spPr>
            <a:xfrm>
              <a:off x="3361225" y="2683371"/>
              <a:ext cx="182880" cy="182880"/>
            </a:xfrm>
            <a:prstGeom prst="ellipse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1061" name="Oval 1060">
              <a:extLst>
                <a:ext uri="{FF2B5EF4-FFF2-40B4-BE49-F238E27FC236}">
                  <a16:creationId xmlns:a16="http://schemas.microsoft.com/office/drawing/2014/main" id="{C2174525-C99A-51DB-3CD0-259356904DC9}"/>
                </a:ext>
              </a:extLst>
            </p:cNvPr>
            <p:cNvSpPr/>
            <p:nvPr/>
          </p:nvSpPr>
          <p:spPr>
            <a:xfrm>
              <a:off x="3140954" y="2860935"/>
              <a:ext cx="182880" cy="182880"/>
            </a:xfrm>
            <a:prstGeom prst="ellipse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1062" name="Oval 1061">
              <a:extLst>
                <a:ext uri="{FF2B5EF4-FFF2-40B4-BE49-F238E27FC236}">
                  <a16:creationId xmlns:a16="http://schemas.microsoft.com/office/drawing/2014/main" id="{BADB0E28-DF95-8C3D-97B5-4A45DA121BB4}"/>
                </a:ext>
              </a:extLst>
            </p:cNvPr>
            <p:cNvSpPr/>
            <p:nvPr/>
          </p:nvSpPr>
          <p:spPr>
            <a:xfrm>
              <a:off x="3394458" y="2983985"/>
              <a:ext cx="182880" cy="182880"/>
            </a:xfrm>
            <a:prstGeom prst="ellipse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1063" name="Oval 1062">
              <a:extLst>
                <a:ext uri="{FF2B5EF4-FFF2-40B4-BE49-F238E27FC236}">
                  <a16:creationId xmlns:a16="http://schemas.microsoft.com/office/drawing/2014/main" id="{94C37590-A3FA-726D-887C-C47E5A5F85DE}"/>
                </a:ext>
              </a:extLst>
            </p:cNvPr>
            <p:cNvSpPr/>
            <p:nvPr/>
          </p:nvSpPr>
          <p:spPr>
            <a:xfrm>
              <a:off x="3729113" y="2925506"/>
              <a:ext cx="182880" cy="182880"/>
            </a:xfrm>
            <a:prstGeom prst="ellipse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1064" name="Oval 1063">
              <a:extLst>
                <a:ext uri="{FF2B5EF4-FFF2-40B4-BE49-F238E27FC236}">
                  <a16:creationId xmlns:a16="http://schemas.microsoft.com/office/drawing/2014/main" id="{D621772E-A382-3FD4-D302-D04829661555}"/>
                </a:ext>
              </a:extLst>
            </p:cNvPr>
            <p:cNvSpPr/>
            <p:nvPr/>
          </p:nvSpPr>
          <p:spPr>
            <a:xfrm>
              <a:off x="3630677" y="2678055"/>
              <a:ext cx="182880" cy="182880"/>
            </a:xfrm>
            <a:prstGeom prst="ellipse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1065" name="Oval 1064">
              <a:extLst>
                <a:ext uri="{FF2B5EF4-FFF2-40B4-BE49-F238E27FC236}">
                  <a16:creationId xmlns:a16="http://schemas.microsoft.com/office/drawing/2014/main" id="{44B059D9-91A9-F9E1-DF46-0DFB36E3E511}"/>
                </a:ext>
              </a:extLst>
            </p:cNvPr>
            <p:cNvSpPr/>
            <p:nvPr/>
          </p:nvSpPr>
          <p:spPr>
            <a:xfrm>
              <a:off x="3739745" y="2425000"/>
              <a:ext cx="182880" cy="182880"/>
            </a:xfrm>
            <a:prstGeom prst="ellipse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1066" name="Oval 1065">
              <a:extLst>
                <a:ext uri="{FF2B5EF4-FFF2-40B4-BE49-F238E27FC236}">
                  <a16:creationId xmlns:a16="http://schemas.microsoft.com/office/drawing/2014/main" id="{70A9B77E-B360-BF21-F398-3764709E4B7D}"/>
                </a:ext>
              </a:extLst>
            </p:cNvPr>
            <p:cNvSpPr/>
            <p:nvPr/>
          </p:nvSpPr>
          <p:spPr>
            <a:xfrm>
              <a:off x="3922625" y="2586615"/>
              <a:ext cx="182880" cy="182880"/>
            </a:xfrm>
            <a:prstGeom prst="ellipse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1067" name="Oval 1066">
              <a:extLst>
                <a:ext uri="{FF2B5EF4-FFF2-40B4-BE49-F238E27FC236}">
                  <a16:creationId xmlns:a16="http://schemas.microsoft.com/office/drawing/2014/main" id="{AA6E88FA-0D3E-77B6-3236-CD6C831EE988}"/>
                </a:ext>
              </a:extLst>
            </p:cNvPr>
            <p:cNvSpPr/>
            <p:nvPr/>
          </p:nvSpPr>
          <p:spPr>
            <a:xfrm>
              <a:off x="4174971" y="2516440"/>
              <a:ext cx="182880" cy="182880"/>
            </a:xfrm>
            <a:prstGeom prst="ellipse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1068" name="Oval 1067">
              <a:extLst>
                <a:ext uri="{FF2B5EF4-FFF2-40B4-BE49-F238E27FC236}">
                  <a16:creationId xmlns:a16="http://schemas.microsoft.com/office/drawing/2014/main" id="{E174F8D2-A212-5FA9-7B88-28FF6E89E8DD}"/>
                </a:ext>
              </a:extLst>
            </p:cNvPr>
            <p:cNvSpPr/>
            <p:nvPr/>
          </p:nvSpPr>
          <p:spPr>
            <a:xfrm>
              <a:off x="4089557" y="2779553"/>
              <a:ext cx="182880" cy="182880"/>
            </a:xfrm>
            <a:prstGeom prst="ellipse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1069" name="Oval 1068">
              <a:extLst>
                <a:ext uri="{FF2B5EF4-FFF2-40B4-BE49-F238E27FC236}">
                  <a16:creationId xmlns:a16="http://schemas.microsoft.com/office/drawing/2014/main" id="{B6E60E77-0905-110F-D497-2468ED8F0CD2}"/>
                </a:ext>
              </a:extLst>
            </p:cNvPr>
            <p:cNvSpPr/>
            <p:nvPr/>
          </p:nvSpPr>
          <p:spPr>
            <a:xfrm>
              <a:off x="4003433" y="3016084"/>
              <a:ext cx="182880" cy="182880"/>
            </a:xfrm>
            <a:prstGeom prst="ellipse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</p:grpSp>
      <p:sp>
        <p:nvSpPr>
          <p:cNvPr id="1081" name="TextBox 1080">
            <a:extLst>
              <a:ext uri="{FF2B5EF4-FFF2-40B4-BE49-F238E27FC236}">
                <a16:creationId xmlns:a16="http://schemas.microsoft.com/office/drawing/2014/main" id="{E3B32C83-CC7F-272C-45D2-598705D37B0C}"/>
              </a:ext>
            </a:extLst>
          </p:cNvPr>
          <p:cNvSpPr txBox="1"/>
          <p:nvPr/>
        </p:nvSpPr>
        <p:spPr>
          <a:xfrm>
            <a:off x="4459966" y="581446"/>
            <a:ext cx="217828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276113"/>
                </a:solidFill>
              </a:rPr>
              <a:t>A fully random population</a:t>
            </a:r>
          </a:p>
          <a:p>
            <a:r>
              <a:rPr lang="en-US" sz="1200" dirty="0">
                <a:solidFill>
                  <a:srgbClr val="276113"/>
                </a:solidFill>
              </a:rPr>
              <a:t>(initial </a:t>
            </a:r>
            <a:r>
              <a:rPr lang="en-US" sz="1200" dirty="0" err="1">
                <a:solidFill>
                  <a:srgbClr val="276113"/>
                </a:solidFill>
              </a:rPr>
              <a:t>irr</a:t>
            </a:r>
            <a:r>
              <a:rPr lang="en-US" sz="1200" dirty="0">
                <a:solidFill>
                  <a:srgbClr val="276113"/>
                </a:solidFill>
              </a:rPr>
              <a:t>/</a:t>
            </a:r>
            <a:r>
              <a:rPr lang="en-US" sz="1200" dirty="0" err="1">
                <a:solidFill>
                  <a:srgbClr val="276113"/>
                </a:solidFill>
              </a:rPr>
              <a:t>fert</a:t>
            </a:r>
            <a:r>
              <a:rPr lang="en-US" sz="1200" dirty="0">
                <a:solidFill>
                  <a:srgbClr val="276113"/>
                </a:solidFill>
              </a:rPr>
              <a:t> strategy)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296C9FD-DA11-845B-4830-875FAA35898B}"/>
              </a:ext>
            </a:extLst>
          </p:cNvPr>
          <p:cNvSpPr txBox="1"/>
          <p:nvPr/>
        </p:nvSpPr>
        <p:spPr>
          <a:xfrm>
            <a:off x="4459966" y="302211"/>
            <a:ext cx="119468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b="1" dirty="0">
                <a:solidFill>
                  <a:srgbClr val="276113"/>
                </a:solidFill>
              </a:rPr>
              <a:t>1. Initialize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2FF0BF8-3795-33D8-5315-E2CB00F7D978}"/>
              </a:ext>
            </a:extLst>
          </p:cNvPr>
          <p:cNvSpPr txBox="1"/>
          <p:nvPr/>
        </p:nvSpPr>
        <p:spPr>
          <a:xfrm>
            <a:off x="4459966" y="1686217"/>
            <a:ext cx="199251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276113"/>
                </a:solidFill>
              </a:rPr>
              <a:t>Each individual according to a cost function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78FE933-9873-3F1C-3352-4CB30D94E852}"/>
              </a:ext>
            </a:extLst>
          </p:cNvPr>
          <p:cNvSpPr txBox="1"/>
          <p:nvPr/>
        </p:nvSpPr>
        <p:spPr>
          <a:xfrm>
            <a:off x="4459966" y="1404813"/>
            <a:ext cx="120590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b="1" dirty="0">
                <a:solidFill>
                  <a:srgbClr val="276113"/>
                </a:solidFill>
              </a:rPr>
              <a:t>2. Evaluate</a:t>
            </a:r>
          </a:p>
        </p:txBody>
      </p:sp>
      <p:grpSp>
        <p:nvGrpSpPr>
          <p:cNvPr id="1085" name="Group 1084">
            <a:extLst>
              <a:ext uri="{FF2B5EF4-FFF2-40B4-BE49-F238E27FC236}">
                <a16:creationId xmlns:a16="http://schemas.microsoft.com/office/drawing/2014/main" id="{64810284-A721-D979-0729-093E4E8C2995}"/>
              </a:ext>
            </a:extLst>
          </p:cNvPr>
          <p:cNvGrpSpPr/>
          <p:nvPr/>
        </p:nvGrpSpPr>
        <p:grpSpPr>
          <a:xfrm>
            <a:off x="6428380" y="1340389"/>
            <a:ext cx="1121420" cy="833154"/>
            <a:chOff x="808297" y="2418864"/>
            <a:chExt cx="1628520" cy="1156190"/>
          </a:xfrm>
        </p:grpSpPr>
        <p:grpSp>
          <p:nvGrpSpPr>
            <p:cNvPr id="1056" name="Group 1055">
              <a:extLst>
                <a:ext uri="{FF2B5EF4-FFF2-40B4-BE49-F238E27FC236}">
                  <a16:creationId xmlns:a16="http://schemas.microsoft.com/office/drawing/2014/main" id="{876F4BAC-0B6B-FF29-48F4-AF4D6988340A}"/>
                </a:ext>
              </a:extLst>
            </p:cNvPr>
            <p:cNvGrpSpPr/>
            <p:nvPr/>
          </p:nvGrpSpPr>
          <p:grpSpPr>
            <a:xfrm>
              <a:off x="808297" y="2633801"/>
              <a:ext cx="1275552" cy="773964"/>
              <a:chOff x="3082299" y="2425000"/>
              <a:chExt cx="1275552" cy="773964"/>
            </a:xfrm>
          </p:grpSpPr>
          <p:sp>
            <p:nvSpPr>
              <p:cNvPr id="5" name="Oval 4">
                <a:extLst>
                  <a:ext uri="{FF2B5EF4-FFF2-40B4-BE49-F238E27FC236}">
                    <a16:creationId xmlns:a16="http://schemas.microsoft.com/office/drawing/2014/main" id="{8214093D-967A-F713-6E28-C5204EA489EA}"/>
                  </a:ext>
                </a:extLst>
              </p:cNvPr>
              <p:cNvSpPr/>
              <p:nvPr/>
            </p:nvSpPr>
            <p:spPr>
              <a:xfrm>
                <a:off x="3082299" y="2527748"/>
                <a:ext cx="182880" cy="182880"/>
              </a:xfrm>
              <a:prstGeom prst="ellipse">
                <a:avLst/>
              </a:prstGeom>
              <a:solidFill>
                <a:srgbClr val="276113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6" name="Oval 5">
                <a:extLst>
                  <a:ext uri="{FF2B5EF4-FFF2-40B4-BE49-F238E27FC236}">
                    <a16:creationId xmlns:a16="http://schemas.microsoft.com/office/drawing/2014/main" id="{65289FA6-23A1-1178-4932-A6F85836A768}"/>
                  </a:ext>
                </a:extLst>
              </p:cNvPr>
              <p:cNvSpPr/>
              <p:nvPr/>
            </p:nvSpPr>
            <p:spPr>
              <a:xfrm>
                <a:off x="3426085" y="2436308"/>
                <a:ext cx="182880" cy="182880"/>
              </a:xfrm>
              <a:prstGeom prst="ellipse">
                <a:avLst/>
              </a:prstGeom>
              <a:solidFill>
                <a:srgbClr val="95B176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7" name="Oval 6">
                <a:extLst>
                  <a:ext uri="{FF2B5EF4-FFF2-40B4-BE49-F238E27FC236}">
                    <a16:creationId xmlns:a16="http://schemas.microsoft.com/office/drawing/2014/main" id="{64557149-45B9-78DE-5CE3-3FE7DA6EA039}"/>
                  </a:ext>
                </a:extLst>
              </p:cNvPr>
              <p:cNvSpPr/>
              <p:nvPr/>
            </p:nvSpPr>
            <p:spPr>
              <a:xfrm>
                <a:off x="3361225" y="2683371"/>
                <a:ext cx="182880" cy="182880"/>
              </a:xfrm>
              <a:prstGeom prst="ellipse">
                <a:avLst/>
              </a:prstGeom>
              <a:solidFill>
                <a:srgbClr val="0099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8" name="Oval 7">
                <a:extLst>
                  <a:ext uri="{FF2B5EF4-FFF2-40B4-BE49-F238E27FC236}">
                    <a16:creationId xmlns:a16="http://schemas.microsoft.com/office/drawing/2014/main" id="{C53A3D2A-4F33-BA62-1FCE-952C47CD2606}"/>
                  </a:ext>
                </a:extLst>
              </p:cNvPr>
              <p:cNvSpPr/>
              <p:nvPr/>
            </p:nvSpPr>
            <p:spPr>
              <a:xfrm>
                <a:off x="3140954" y="2860935"/>
                <a:ext cx="182880" cy="182880"/>
              </a:xfrm>
              <a:prstGeom prst="ellipse">
                <a:avLst/>
              </a:prstGeom>
              <a:solidFill>
                <a:srgbClr val="A5A5A5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9" name="Oval 8">
                <a:extLst>
                  <a:ext uri="{FF2B5EF4-FFF2-40B4-BE49-F238E27FC236}">
                    <a16:creationId xmlns:a16="http://schemas.microsoft.com/office/drawing/2014/main" id="{A70F4B21-0A41-AC4A-B4CB-B379471F278C}"/>
                  </a:ext>
                </a:extLst>
              </p:cNvPr>
              <p:cNvSpPr/>
              <p:nvPr/>
            </p:nvSpPr>
            <p:spPr>
              <a:xfrm>
                <a:off x="3394458" y="2983985"/>
                <a:ext cx="182880" cy="182880"/>
              </a:xfrm>
              <a:prstGeom prst="ellipse">
                <a:avLst/>
              </a:prstGeom>
              <a:solidFill>
                <a:srgbClr val="A5A5A5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10" name="Oval 9">
                <a:extLst>
                  <a:ext uri="{FF2B5EF4-FFF2-40B4-BE49-F238E27FC236}">
                    <a16:creationId xmlns:a16="http://schemas.microsoft.com/office/drawing/2014/main" id="{23B9ACAF-0916-5508-0ACF-542D6D2BF308}"/>
                  </a:ext>
                </a:extLst>
              </p:cNvPr>
              <p:cNvSpPr/>
              <p:nvPr/>
            </p:nvSpPr>
            <p:spPr>
              <a:xfrm>
                <a:off x="3729113" y="2925506"/>
                <a:ext cx="182880" cy="182880"/>
              </a:xfrm>
              <a:prstGeom prst="ellipse">
                <a:avLst/>
              </a:prstGeom>
              <a:solidFill>
                <a:srgbClr val="92D05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11" name="Oval 10">
                <a:extLst>
                  <a:ext uri="{FF2B5EF4-FFF2-40B4-BE49-F238E27FC236}">
                    <a16:creationId xmlns:a16="http://schemas.microsoft.com/office/drawing/2014/main" id="{5ED8A461-5F2C-14B0-886F-10B1087D3995}"/>
                  </a:ext>
                </a:extLst>
              </p:cNvPr>
              <p:cNvSpPr/>
              <p:nvPr/>
            </p:nvSpPr>
            <p:spPr>
              <a:xfrm>
                <a:off x="3630677" y="2678055"/>
                <a:ext cx="182880" cy="182880"/>
              </a:xfrm>
              <a:prstGeom prst="ellipse">
                <a:avLst/>
              </a:prstGeom>
              <a:solidFill>
                <a:srgbClr val="95B176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15" name="Oval 14">
                <a:extLst>
                  <a:ext uri="{FF2B5EF4-FFF2-40B4-BE49-F238E27FC236}">
                    <a16:creationId xmlns:a16="http://schemas.microsoft.com/office/drawing/2014/main" id="{BF5BE452-75CB-51B0-29E2-A893C289B940}"/>
                  </a:ext>
                </a:extLst>
              </p:cNvPr>
              <p:cNvSpPr/>
              <p:nvPr/>
            </p:nvSpPr>
            <p:spPr>
              <a:xfrm>
                <a:off x="3739745" y="2425000"/>
                <a:ext cx="182880" cy="182880"/>
              </a:xfrm>
              <a:prstGeom prst="ellipse">
                <a:avLst/>
              </a:prstGeom>
              <a:solidFill>
                <a:srgbClr val="A5A5A5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16" name="Oval 15">
                <a:extLst>
                  <a:ext uri="{FF2B5EF4-FFF2-40B4-BE49-F238E27FC236}">
                    <a16:creationId xmlns:a16="http://schemas.microsoft.com/office/drawing/2014/main" id="{6CE7DF43-4454-DFBE-4AA9-B54623DC3A8E}"/>
                  </a:ext>
                </a:extLst>
              </p:cNvPr>
              <p:cNvSpPr/>
              <p:nvPr/>
            </p:nvSpPr>
            <p:spPr>
              <a:xfrm>
                <a:off x="3922625" y="2586615"/>
                <a:ext cx="182880" cy="182880"/>
              </a:xfrm>
              <a:prstGeom prst="ellipse">
                <a:avLst/>
              </a:prstGeom>
              <a:solidFill>
                <a:srgbClr val="0099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19" name="Oval 18">
                <a:extLst>
                  <a:ext uri="{FF2B5EF4-FFF2-40B4-BE49-F238E27FC236}">
                    <a16:creationId xmlns:a16="http://schemas.microsoft.com/office/drawing/2014/main" id="{C5B258D5-E296-157F-3C7B-493F7BD7CE43}"/>
                  </a:ext>
                </a:extLst>
              </p:cNvPr>
              <p:cNvSpPr/>
              <p:nvPr/>
            </p:nvSpPr>
            <p:spPr>
              <a:xfrm>
                <a:off x="4174971" y="2516440"/>
                <a:ext cx="182880" cy="182880"/>
              </a:xfrm>
              <a:prstGeom prst="ellipse">
                <a:avLst/>
              </a:prstGeom>
              <a:solidFill>
                <a:srgbClr val="E3F1D9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1" name="Oval 20">
                <a:extLst>
                  <a:ext uri="{FF2B5EF4-FFF2-40B4-BE49-F238E27FC236}">
                    <a16:creationId xmlns:a16="http://schemas.microsoft.com/office/drawing/2014/main" id="{CF19822E-5E51-08A6-8C33-B1D38FAF33C6}"/>
                  </a:ext>
                </a:extLst>
              </p:cNvPr>
              <p:cNvSpPr/>
              <p:nvPr/>
            </p:nvSpPr>
            <p:spPr>
              <a:xfrm>
                <a:off x="4089557" y="2779553"/>
                <a:ext cx="182880" cy="182880"/>
              </a:xfrm>
              <a:prstGeom prst="ellipse">
                <a:avLst/>
              </a:prstGeom>
              <a:solidFill>
                <a:srgbClr val="95B176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2" name="Oval 21">
                <a:extLst>
                  <a:ext uri="{FF2B5EF4-FFF2-40B4-BE49-F238E27FC236}">
                    <a16:creationId xmlns:a16="http://schemas.microsoft.com/office/drawing/2014/main" id="{39319088-7F99-581F-D5E9-A8F559F20F6C}"/>
                  </a:ext>
                </a:extLst>
              </p:cNvPr>
              <p:cNvSpPr/>
              <p:nvPr/>
            </p:nvSpPr>
            <p:spPr>
              <a:xfrm>
                <a:off x="4003433" y="3016084"/>
                <a:ext cx="182880" cy="182880"/>
              </a:xfrm>
              <a:prstGeom prst="ellipse">
                <a:avLst/>
              </a:prstGeom>
              <a:solidFill>
                <a:srgbClr val="A5A5A5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7C9E5FEF-056E-D651-2DED-AC00B63C51E6}"/>
                </a:ext>
              </a:extLst>
            </p:cNvPr>
            <p:cNvSpPr/>
            <p:nvPr/>
          </p:nvSpPr>
          <p:spPr>
            <a:xfrm>
              <a:off x="2274435" y="2736549"/>
              <a:ext cx="148856" cy="554531"/>
            </a:xfrm>
            <a:prstGeom prst="rect">
              <a:avLst/>
            </a:prstGeom>
            <a:gradFill flip="none" rotWithShape="1">
              <a:gsLst>
                <a:gs pos="0">
                  <a:srgbClr val="009900"/>
                </a:gs>
                <a:gs pos="50000">
                  <a:srgbClr val="92D050"/>
                </a:gs>
                <a:gs pos="100000">
                  <a:srgbClr val="A5A5A5"/>
                </a:gs>
              </a:gsLst>
              <a:lin ang="5400000" scaled="1"/>
              <a:tileRect/>
            </a:gra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1083" name="TextBox 1082">
              <a:extLst>
                <a:ext uri="{FF2B5EF4-FFF2-40B4-BE49-F238E27FC236}">
                  <a16:creationId xmlns:a16="http://schemas.microsoft.com/office/drawing/2014/main" id="{1E43C5B7-C1AB-4F96-E559-768B2FCCD9F6}"/>
                </a:ext>
              </a:extLst>
            </p:cNvPr>
            <p:cNvSpPr txBox="1"/>
            <p:nvPr/>
          </p:nvSpPr>
          <p:spPr>
            <a:xfrm>
              <a:off x="2016510" y="2418864"/>
              <a:ext cx="420307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100" b="1" dirty="0"/>
                <a:t>↑$$</a:t>
              </a:r>
              <a:endParaRPr lang="en-US" b="1" dirty="0"/>
            </a:p>
          </p:txBody>
        </p:sp>
        <p:sp>
          <p:nvSpPr>
            <p:cNvPr id="1084" name="TextBox 1083">
              <a:extLst>
                <a:ext uri="{FF2B5EF4-FFF2-40B4-BE49-F238E27FC236}">
                  <a16:creationId xmlns:a16="http://schemas.microsoft.com/office/drawing/2014/main" id="{BF32CBC0-6D45-BF08-9290-B2950792B05A}"/>
                </a:ext>
              </a:extLst>
            </p:cNvPr>
            <p:cNvSpPr txBox="1"/>
            <p:nvPr/>
          </p:nvSpPr>
          <p:spPr>
            <a:xfrm>
              <a:off x="2016510" y="3313444"/>
              <a:ext cx="420307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100" b="1" dirty="0"/>
                <a:t>↓$$</a:t>
              </a:r>
              <a:endParaRPr lang="en-US" b="1" dirty="0"/>
            </a:p>
          </p:txBody>
        </p:sp>
      </p:grpSp>
      <p:sp>
        <p:nvSpPr>
          <p:cNvPr id="18" name="TextBox 17">
            <a:extLst>
              <a:ext uri="{FF2B5EF4-FFF2-40B4-BE49-F238E27FC236}">
                <a16:creationId xmlns:a16="http://schemas.microsoft.com/office/drawing/2014/main" id="{93E16CEE-7162-13B1-FF73-F54667DEFB57}"/>
              </a:ext>
            </a:extLst>
          </p:cNvPr>
          <p:cNvSpPr txBox="1"/>
          <p:nvPr/>
        </p:nvSpPr>
        <p:spPr>
          <a:xfrm>
            <a:off x="4459966" y="2812659"/>
            <a:ext cx="199251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276113"/>
                </a:solidFill>
              </a:rPr>
              <a:t>Individuals by revenue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FD66FB6-E1FE-8DA0-6C77-FC8FC93D5854}"/>
              </a:ext>
            </a:extLst>
          </p:cNvPr>
          <p:cNvSpPr txBox="1"/>
          <p:nvPr/>
        </p:nvSpPr>
        <p:spPr>
          <a:xfrm>
            <a:off x="4459966" y="2507415"/>
            <a:ext cx="8692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b="1" dirty="0">
                <a:solidFill>
                  <a:srgbClr val="276113"/>
                </a:solidFill>
              </a:rPr>
              <a:t>3. Rank</a:t>
            </a:r>
          </a:p>
        </p:txBody>
      </p:sp>
      <p:grpSp>
        <p:nvGrpSpPr>
          <p:cNvPr id="1050" name="Group 1049">
            <a:extLst>
              <a:ext uri="{FF2B5EF4-FFF2-40B4-BE49-F238E27FC236}">
                <a16:creationId xmlns:a16="http://schemas.microsoft.com/office/drawing/2014/main" id="{06F8B311-26BF-5FC0-CB2B-6CD02F3EB2F1}"/>
              </a:ext>
            </a:extLst>
          </p:cNvPr>
          <p:cNvGrpSpPr/>
          <p:nvPr/>
        </p:nvGrpSpPr>
        <p:grpSpPr>
          <a:xfrm>
            <a:off x="6390083" y="2567877"/>
            <a:ext cx="1225076" cy="588520"/>
            <a:chOff x="7246092" y="2634469"/>
            <a:chExt cx="1225076" cy="588520"/>
          </a:xfrm>
        </p:grpSpPr>
        <p:grpSp>
          <p:nvGrpSpPr>
            <p:cNvPr id="1080" name="Group 1079">
              <a:extLst>
                <a:ext uri="{FF2B5EF4-FFF2-40B4-BE49-F238E27FC236}">
                  <a16:creationId xmlns:a16="http://schemas.microsoft.com/office/drawing/2014/main" id="{B6CCEF66-3C24-2188-79F7-BAFD8CF38BE8}"/>
                </a:ext>
              </a:extLst>
            </p:cNvPr>
            <p:cNvGrpSpPr/>
            <p:nvPr/>
          </p:nvGrpSpPr>
          <p:grpSpPr>
            <a:xfrm>
              <a:off x="7262347" y="2634469"/>
              <a:ext cx="1116845" cy="369332"/>
              <a:chOff x="2348863" y="1544307"/>
              <a:chExt cx="1116845" cy="369332"/>
            </a:xfrm>
          </p:grpSpPr>
          <p:sp>
            <p:nvSpPr>
              <p:cNvPr id="1074" name="Oval 1073">
                <a:extLst>
                  <a:ext uri="{FF2B5EF4-FFF2-40B4-BE49-F238E27FC236}">
                    <a16:creationId xmlns:a16="http://schemas.microsoft.com/office/drawing/2014/main" id="{1BC2942B-24C4-1C5A-9549-5988F2D1DFA5}"/>
                  </a:ext>
                </a:extLst>
              </p:cNvPr>
              <p:cNvSpPr/>
              <p:nvPr/>
            </p:nvSpPr>
            <p:spPr>
              <a:xfrm>
                <a:off x="3062548" y="1689760"/>
                <a:ext cx="182880" cy="182880"/>
              </a:xfrm>
              <a:prstGeom prst="ellipse">
                <a:avLst/>
              </a:prstGeom>
              <a:solidFill>
                <a:srgbClr val="95B176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075" name="Oval 1074">
                <a:extLst>
                  <a:ext uri="{FF2B5EF4-FFF2-40B4-BE49-F238E27FC236}">
                    <a16:creationId xmlns:a16="http://schemas.microsoft.com/office/drawing/2014/main" id="{DD0CDE62-7597-794F-809E-1283AC6C4BD3}"/>
                  </a:ext>
                </a:extLst>
              </p:cNvPr>
              <p:cNvSpPr/>
              <p:nvPr/>
            </p:nvSpPr>
            <p:spPr>
              <a:xfrm>
                <a:off x="2348863" y="1689760"/>
                <a:ext cx="182880" cy="182880"/>
              </a:xfrm>
              <a:prstGeom prst="ellipse">
                <a:avLst/>
              </a:prstGeom>
              <a:solidFill>
                <a:srgbClr val="0099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1076" name="Oval 1075">
                <a:extLst>
                  <a:ext uri="{FF2B5EF4-FFF2-40B4-BE49-F238E27FC236}">
                    <a16:creationId xmlns:a16="http://schemas.microsoft.com/office/drawing/2014/main" id="{D7B59F47-97B2-5580-8785-637112F51672}"/>
                  </a:ext>
                </a:extLst>
              </p:cNvPr>
              <p:cNvSpPr/>
              <p:nvPr/>
            </p:nvSpPr>
            <p:spPr>
              <a:xfrm>
                <a:off x="2572393" y="1689760"/>
                <a:ext cx="182880" cy="182880"/>
              </a:xfrm>
              <a:prstGeom prst="ellipse">
                <a:avLst/>
              </a:prstGeom>
              <a:solidFill>
                <a:srgbClr val="92D05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1078" name="Oval 1077">
                <a:extLst>
                  <a:ext uri="{FF2B5EF4-FFF2-40B4-BE49-F238E27FC236}">
                    <a16:creationId xmlns:a16="http://schemas.microsoft.com/office/drawing/2014/main" id="{3FF76F26-D859-E3ED-BD3C-78DDADCB76F1}"/>
                  </a:ext>
                </a:extLst>
              </p:cNvPr>
              <p:cNvSpPr/>
              <p:nvPr/>
            </p:nvSpPr>
            <p:spPr>
              <a:xfrm>
                <a:off x="3282828" y="1689760"/>
                <a:ext cx="182880" cy="182880"/>
              </a:xfrm>
              <a:prstGeom prst="ellipse">
                <a:avLst/>
              </a:prstGeom>
              <a:solidFill>
                <a:srgbClr val="A5A5A5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1079" name="TextBox 1078">
                <a:extLst>
                  <a:ext uri="{FF2B5EF4-FFF2-40B4-BE49-F238E27FC236}">
                    <a16:creationId xmlns:a16="http://schemas.microsoft.com/office/drawing/2014/main" id="{E5C86E2C-7628-9C2F-7D44-56B3895CAA48}"/>
                  </a:ext>
                </a:extLst>
              </p:cNvPr>
              <p:cNvSpPr txBox="1"/>
              <p:nvPr/>
            </p:nvSpPr>
            <p:spPr>
              <a:xfrm>
                <a:off x="2726836" y="1544307"/>
                <a:ext cx="38183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…</a:t>
                </a:r>
              </a:p>
            </p:txBody>
          </p:sp>
        </p:grpSp>
        <p:sp>
          <p:nvSpPr>
            <p:cNvPr id="1087" name="TextBox 1086">
              <a:extLst>
                <a:ext uri="{FF2B5EF4-FFF2-40B4-BE49-F238E27FC236}">
                  <a16:creationId xmlns:a16="http://schemas.microsoft.com/office/drawing/2014/main" id="{B8ACF24E-9801-D0C1-BCA2-DA488FBCD04E}"/>
                </a:ext>
              </a:extLst>
            </p:cNvPr>
            <p:cNvSpPr txBox="1"/>
            <p:nvPr/>
          </p:nvSpPr>
          <p:spPr>
            <a:xfrm>
              <a:off x="7246092" y="2961379"/>
              <a:ext cx="457176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50" dirty="0"/>
                <a:t>Best</a:t>
              </a:r>
            </a:p>
          </p:txBody>
        </p:sp>
        <p:sp>
          <p:nvSpPr>
            <p:cNvPr id="1088" name="TextBox 1087">
              <a:extLst>
                <a:ext uri="{FF2B5EF4-FFF2-40B4-BE49-F238E27FC236}">
                  <a16:creationId xmlns:a16="http://schemas.microsoft.com/office/drawing/2014/main" id="{A7FB8C5F-F21E-4092-1417-88749CD85E1E}"/>
                </a:ext>
              </a:extLst>
            </p:cNvPr>
            <p:cNvSpPr txBox="1"/>
            <p:nvPr/>
          </p:nvSpPr>
          <p:spPr>
            <a:xfrm>
              <a:off x="7921017" y="2961379"/>
              <a:ext cx="550151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50" dirty="0"/>
                <a:t>Worst</a:t>
              </a:r>
            </a:p>
          </p:txBody>
        </p:sp>
      </p:grpSp>
      <p:sp>
        <p:nvSpPr>
          <p:cNvPr id="1053" name="TextBox 1052">
            <a:extLst>
              <a:ext uri="{FF2B5EF4-FFF2-40B4-BE49-F238E27FC236}">
                <a16:creationId xmlns:a16="http://schemas.microsoft.com/office/drawing/2014/main" id="{51F36B61-5B19-BAB7-7B17-0ED09013684B}"/>
              </a:ext>
            </a:extLst>
          </p:cNvPr>
          <p:cNvSpPr txBox="1"/>
          <p:nvPr/>
        </p:nvSpPr>
        <p:spPr>
          <a:xfrm>
            <a:off x="4459966" y="3886862"/>
            <a:ext cx="213871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276113"/>
                </a:solidFill>
              </a:rPr>
              <a:t>Top performers in hopes of achieving stronger strategies</a:t>
            </a:r>
          </a:p>
        </p:txBody>
      </p:sp>
      <p:sp>
        <p:nvSpPr>
          <p:cNvPr id="1070" name="TextBox 1069">
            <a:extLst>
              <a:ext uri="{FF2B5EF4-FFF2-40B4-BE49-F238E27FC236}">
                <a16:creationId xmlns:a16="http://schemas.microsoft.com/office/drawing/2014/main" id="{32503641-C4AA-E5D9-D8CF-E802D45D0D4D}"/>
              </a:ext>
            </a:extLst>
          </p:cNvPr>
          <p:cNvSpPr txBox="1"/>
          <p:nvPr/>
        </p:nvSpPr>
        <p:spPr>
          <a:xfrm>
            <a:off x="4459966" y="3610017"/>
            <a:ext cx="86363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b="1" dirty="0">
                <a:solidFill>
                  <a:srgbClr val="276113"/>
                </a:solidFill>
              </a:rPr>
              <a:t>4. Mate</a:t>
            </a:r>
          </a:p>
        </p:txBody>
      </p:sp>
      <p:grpSp>
        <p:nvGrpSpPr>
          <p:cNvPr id="1093" name="Group 1092">
            <a:extLst>
              <a:ext uri="{FF2B5EF4-FFF2-40B4-BE49-F238E27FC236}">
                <a16:creationId xmlns:a16="http://schemas.microsoft.com/office/drawing/2014/main" id="{802A2D10-8CB4-EFBF-65B7-DB66CE95BCA5}"/>
              </a:ext>
            </a:extLst>
          </p:cNvPr>
          <p:cNvGrpSpPr/>
          <p:nvPr/>
        </p:nvGrpSpPr>
        <p:grpSpPr>
          <a:xfrm>
            <a:off x="6768471" y="3506789"/>
            <a:ext cx="764914" cy="966450"/>
            <a:chOff x="1342018" y="4805767"/>
            <a:chExt cx="1239250" cy="1462839"/>
          </a:xfrm>
        </p:grpSpPr>
        <p:grpSp>
          <p:nvGrpSpPr>
            <p:cNvPr id="1054" name="Group 1053">
              <a:extLst>
                <a:ext uri="{FF2B5EF4-FFF2-40B4-BE49-F238E27FC236}">
                  <a16:creationId xmlns:a16="http://schemas.microsoft.com/office/drawing/2014/main" id="{C6234A1F-796D-ABC1-C92D-E5BB9BF558D0}"/>
                </a:ext>
              </a:extLst>
            </p:cNvPr>
            <p:cNvGrpSpPr/>
            <p:nvPr/>
          </p:nvGrpSpPr>
          <p:grpSpPr>
            <a:xfrm>
              <a:off x="1342018" y="5124247"/>
              <a:ext cx="1239250" cy="814276"/>
              <a:chOff x="4237731" y="1212385"/>
              <a:chExt cx="1239250" cy="814276"/>
            </a:xfrm>
          </p:grpSpPr>
          <p:sp>
            <p:nvSpPr>
              <p:cNvPr id="62" name="Oval 61">
                <a:extLst>
                  <a:ext uri="{FF2B5EF4-FFF2-40B4-BE49-F238E27FC236}">
                    <a16:creationId xmlns:a16="http://schemas.microsoft.com/office/drawing/2014/main" id="{BF7BB208-FDB4-524B-6001-9FC7F1B11AC5}"/>
                  </a:ext>
                </a:extLst>
              </p:cNvPr>
              <p:cNvSpPr/>
              <p:nvPr/>
            </p:nvSpPr>
            <p:spPr>
              <a:xfrm>
                <a:off x="4302825" y="1267480"/>
                <a:ext cx="182880" cy="182880"/>
              </a:xfrm>
              <a:prstGeom prst="ellipse">
                <a:avLst/>
              </a:prstGeom>
              <a:solidFill>
                <a:srgbClr val="95B176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63" name="Oval 62">
                <a:extLst>
                  <a:ext uri="{FF2B5EF4-FFF2-40B4-BE49-F238E27FC236}">
                    <a16:creationId xmlns:a16="http://schemas.microsoft.com/office/drawing/2014/main" id="{786E3C95-3D3D-7D9E-2692-1844BD88FD23}"/>
                  </a:ext>
                </a:extLst>
              </p:cNvPr>
              <p:cNvSpPr/>
              <p:nvPr/>
            </p:nvSpPr>
            <p:spPr>
              <a:xfrm>
                <a:off x="4537611" y="1267480"/>
                <a:ext cx="182880" cy="182880"/>
              </a:xfrm>
              <a:prstGeom prst="ellipse">
                <a:avLst/>
              </a:prstGeom>
              <a:solidFill>
                <a:srgbClr val="0099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1024" name="Oval 1023">
                <a:extLst>
                  <a:ext uri="{FF2B5EF4-FFF2-40B4-BE49-F238E27FC236}">
                    <a16:creationId xmlns:a16="http://schemas.microsoft.com/office/drawing/2014/main" id="{BEAF203A-DE1A-DE56-7619-418523E81A86}"/>
                  </a:ext>
                </a:extLst>
              </p:cNvPr>
              <p:cNvSpPr/>
              <p:nvPr/>
            </p:nvSpPr>
            <p:spPr>
              <a:xfrm>
                <a:off x="5232732" y="1267480"/>
                <a:ext cx="182880" cy="182880"/>
              </a:xfrm>
              <a:prstGeom prst="ellipse">
                <a:avLst/>
              </a:prstGeom>
              <a:solidFill>
                <a:srgbClr val="92D05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1025" name="Oval 1024">
                <a:extLst>
                  <a:ext uri="{FF2B5EF4-FFF2-40B4-BE49-F238E27FC236}">
                    <a16:creationId xmlns:a16="http://schemas.microsoft.com/office/drawing/2014/main" id="{0FE57393-AC10-4812-581C-3F14139F2CC6}"/>
                  </a:ext>
                </a:extLst>
              </p:cNvPr>
              <p:cNvSpPr/>
              <p:nvPr/>
            </p:nvSpPr>
            <p:spPr>
              <a:xfrm>
                <a:off x="4997946" y="1267480"/>
                <a:ext cx="182880" cy="182880"/>
              </a:xfrm>
              <a:prstGeom prst="ellipse">
                <a:avLst/>
              </a:prstGeom>
              <a:solidFill>
                <a:srgbClr val="0099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grpSp>
            <p:nvGrpSpPr>
              <p:cNvPr id="1031" name="Group 1030">
                <a:extLst>
                  <a:ext uri="{FF2B5EF4-FFF2-40B4-BE49-F238E27FC236}">
                    <a16:creationId xmlns:a16="http://schemas.microsoft.com/office/drawing/2014/main" id="{FED8C168-82D8-A643-E7B5-37A3B91BD342}"/>
                  </a:ext>
                </a:extLst>
              </p:cNvPr>
              <p:cNvGrpSpPr/>
              <p:nvPr/>
            </p:nvGrpSpPr>
            <p:grpSpPr>
              <a:xfrm>
                <a:off x="4537611" y="1784425"/>
                <a:ext cx="182880" cy="182923"/>
                <a:chOff x="5609303" y="2447573"/>
                <a:chExt cx="182880" cy="182923"/>
              </a:xfrm>
            </p:grpSpPr>
            <p:sp>
              <p:nvSpPr>
                <p:cNvPr id="1032" name="Oval 1031">
                  <a:extLst>
                    <a:ext uri="{FF2B5EF4-FFF2-40B4-BE49-F238E27FC236}">
                      <a16:creationId xmlns:a16="http://schemas.microsoft.com/office/drawing/2014/main" id="{52F3DB87-5059-7A1D-8490-514D24851541}"/>
                    </a:ext>
                  </a:extLst>
                </p:cNvPr>
                <p:cNvSpPr/>
                <p:nvPr/>
              </p:nvSpPr>
              <p:spPr>
                <a:xfrm>
                  <a:off x="5609303" y="2447616"/>
                  <a:ext cx="182880" cy="182880"/>
                </a:xfrm>
                <a:prstGeom prst="ellipse">
                  <a:avLst/>
                </a:prstGeom>
                <a:solidFill>
                  <a:srgbClr val="95B176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033" name="Pie 1032">
                  <a:extLst>
                    <a:ext uri="{FF2B5EF4-FFF2-40B4-BE49-F238E27FC236}">
                      <a16:creationId xmlns:a16="http://schemas.microsoft.com/office/drawing/2014/main" id="{8F413E26-DF40-9AE1-43F7-475134C558CD}"/>
                    </a:ext>
                  </a:extLst>
                </p:cNvPr>
                <p:cNvSpPr/>
                <p:nvPr/>
              </p:nvSpPr>
              <p:spPr>
                <a:xfrm>
                  <a:off x="5609303" y="2447573"/>
                  <a:ext cx="182880" cy="182880"/>
                </a:xfrm>
                <a:prstGeom prst="pie">
                  <a:avLst>
                    <a:gd name="adj1" fmla="val 2847946"/>
                    <a:gd name="adj2" fmla="val 13720470"/>
                  </a:avLst>
                </a:prstGeom>
                <a:solidFill>
                  <a:srgbClr val="00990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schemeClr val="tx1"/>
                    </a:solidFill>
                  </a:endParaRPr>
                </a:p>
              </p:txBody>
            </p:sp>
          </p:grpSp>
          <p:grpSp>
            <p:nvGrpSpPr>
              <p:cNvPr id="1034" name="Group 1033">
                <a:extLst>
                  <a:ext uri="{FF2B5EF4-FFF2-40B4-BE49-F238E27FC236}">
                    <a16:creationId xmlns:a16="http://schemas.microsoft.com/office/drawing/2014/main" id="{1A7745AE-06B0-9289-1A7F-1FE9F392D0AC}"/>
                  </a:ext>
                </a:extLst>
              </p:cNvPr>
              <p:cNvGrpSpPr/>
              <p:nvPr/>
            </p:nvGrpSpPr>
            <p:grpSpPr>
              <a:xfrm>
                <a:off x="4298398" y="1785898"/>
                <a:ext cx="187307" cy="191250"/>
                <a:chOff x="5540016" y="2694679"/>
                <a:chExt cx="187307" cy="191250"/>
              </a:xfrm>
            </p:grpSpPr>
            <p:sp>
              <p:nvSpPr>
                <p:cNvPr id="1035" name="Oval 1034">
                  <a:extLst>
                    <a:ext uri="{FF2B5EF4-FFF2-40B4-BE49-F238E27FC236}">
                      <a16:creationId xmlns:a16="http://schemas.microsoft.com/office/drawing/2014/main" id="{22F13CA1-D34C-B0E3-0013-91F4FE790E17}"/>
                    </a:ext>
                  </a:extLst>
                </p:cNvPr>
                <p:cNvSpPr/>
                <p:nvPr/>
              </p:nvSpPr>
              <p:spPr>
                <a:xfrm>
                  <a:off x="5544443" y="2694679"/>
                  <a:ext cx="182880" cy="182880"/>
                </a:xfrm>
                <a:prstGeom prst="ellipse">
                  <a:avLst/>
                </a:prstGeom>
                <a:solidFill>
                  <a:srgbClr val="00990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036" name="Pie 1035">
                  <a:extLst>
                    <a:ext uri="{FF2B5EF4-FFF2-40B4-BE49-F238E27FC236}">
                      <a16:creationId xmlns:a16="http://schemas.microsoft.com/office/drawing/2014/main" id="{DD97E4EE-3A40-1489-2FB8-37597216FB92}"/>
                    </a:ext>
                  </a:extLst>
                </p:cNvPr>
                <p:cNvSpPr/>
                <p:nvPr/>
              </p:nvSpPr>
              <p:spPr>
                <a:xfrm>
                  <a:off x="5540016" y="2703049"/>
                  <a:ext cx="182880" cy="182880"/>
                </a:xfrm>
                <a:prstGeom prst="pie">
                  <a:avLst>
                    <a:gd name="adj1" fmla="val 2847946"/>
                    <a:gd name="adj2" fmla="val 13720470"/>
                  </a:avLst>
                </a:prstGeom>
                <a:solidFill>
                  <a:srgbClr val="95B176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schemeClr val="tx1"/>
                    </a:solidFill>
                  </a:endParaRPr>
                </a:p>
              </p:txBody>
            </p:sp>
          </p:grpSp>
          <p:grpSp>
            <p:nvGrpSpPr>
              <p:cNvPr id="1037" name="Group 1036">
                <a:extLst>
                  <a:ext uri="{FF2B5EF4-FFF2-40B4-BE49-F238E27FC236}">
                    <a16:creationId xmlns:a16="http://schemas.microsoft.com/office/drawing/2014/main" id="{9EE4BA1E-F7F5-3ED1-A79D-71239B2E8B0F}"/>
                  </a:ext>
                </a:extLst>
              </p:cNvPr>
              <p:cNvGrpSpPr/>
              <p:nvPr/>
            </p:nvGrpSpPr>
            <p:grpSpPr>
              <a:xfrm>
                <a:off x="5230676" y="1790412"/>
                <a:ext cx="184936" cy="184708"/>
                <a:chOff x="6103787" y="2596095"/>
                <a:chExt cx="184936" cy="184708"/>
              </a:xfrm>
            </p:grpSpPr>
            <p:sp>
              <p:nvSpPr>
                <p:cNvPr id="1038" name="Oval 1037">
                  <a:extLst>
                    <a:ext uri="{FF2B5EF4-FFF2-40B4-BE49-F238E27FC236}">
                      <a16:creationId xmlns:a16="http://schemas.microsoft.com/office/drawing/2014/main" id="{262F165A-44FE-FDF8-E135-FF76465F5C0D}"/>
                    </a:ext>
                  </a:extLst>
                </p:cNvPr>
                <p:cNvSpPr/>
                <p:nvPr/>
              </p:nvSpPr>
              <p:spPr>
                <a:xfrm>
                  <a:off x="6105843" y="2597923"/>
                  <a:ext cx="182880" cy="182880"/>
                </a:xfrm>
                <a:prstGeom prst="ellipse">
                  <a:avLst/>
                </a:prstGeom>
                <a:solidFill>
                  <a:srgbClr val="00990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039" name="Pie 1038">
                  <a:extLst>
                    <a:ext uri="{FF2B5EF4-FFF2-40B4-BE49-F238E27FC236}">
                      <a16:creationId xmlns:a16="http://schemas.microsoft.com/office/drawing/2014/main" id="{A28586C9-6776-3872-401C-7F5703115201}"/>
                    </a:ext>
                  </a:extLst>
                </p:cNvPr>
                <p:cNvSpPr/>
                <p:nvPr/>
              </p:nvSpPr>
              <p:spPr>
                <a:xfrm>
                  <a:off x="6103787" y="2596095"/>
                  <a:ext cx="182880" cy="182880"/>
                </a:xfrm>
                <a:prstGeom prst="pie">
                  <a:avLst>
                    <a:gd name="adj1" fmla="val 2847946"/>
                    <a:gd name="adj2" fmla="val 13720470"/>
                  </a:avLst>
                </a:prstGeom>
                <a:solidFill>
                  <a:srgbClr val="92D05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schemeClr val="tx1"/>
                    </a:solidFill>
                  </a:endParaRPr>
                </a:p>
              </p:txBody>
            </p:sp>
          </p:grpSp>
          <p:grpSp>
            <p:nvGrpSpPr>
              <p:cNvPr id="1040" name="Group 1039">
                <a:extLst>
                  <a:ext uri="{FF2B5EF4-FFF2-40B4-BE49-F238E27FC236}">
                    <a16:creationId xmlns:a16="http://schemas.microsoft.com/office/drawing/2014/main" id="{3DA7B046-315F-8E1F-F634-EC8478B89813}"/>
                  </a:ext>
                </a:extLst>
              </p:cNvPr>
              <p:cNvGrpSpPr/>
              <p:nvPr/>
            </p:nvGrpSpPr>
            <p:grpSpPr>
              <a:xfrm>
                <a:off x="4997946" y="1793125"/>
                <a:ext cx="184238" cy="183742"/>
                <a:chOff x="5910973" y="2935952"/>
                <a:chExt cx="184238" cy="183742"/>
              </a:xfrm>
            </p:grpSpPr>
            <p:sp>
              <p:nvSpPr>
                <p:cNvPr id="1041" name="Oval 1040">
                  <a:extLst>
                    <a:ext uri="{FF2B5EF4-FFF2-40B4-BE49-F238E27FC236}">
                      <a16:creationId xmlns:a16="http://schemas.microsoft.com/office/drawing/2014/main" id="{FB70F375-789A-2D8A-95D8-EA92D66FD6C9}"/>
                    </a:ext>
                  </a:extLst>
                </p:cNvPr>
                <p:cNvSpPr/>
                <p:nvPr/>
              </p:nvSpPr>
              <p:spPr>
                <a:xfrm>
                  <a:off x="5912331" y="2936814"/>
                  <a:ext cx="182880" cy="182880"/>
                </a:xfrm>
                <a:prstGeom prst="ellipse">
                  <a:avLst/>
                </a:prstGeom>
                <a:solidFill>
                  <a:srgbClr val="92D05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042" name="Pie 1041">
                  <a:extLst>
                    <a:ext uri="{FF2B5EF4-FFF2-40B4-BE49-F238E27FC236}">
                      <a16:creationId xmlns:a16="http://schemas.microsoft.com/office/drawing/2014/main" id="{EC80E881-0970-1519-FBC4-ADADFED726D9}"/>
                    </a:ext>
                  </a:extLst>
                </p:cNvPr>
                <p:cNvSpPr/>
                <p:nvPr/>
              </p:nvSpPr>
              <p:spPr>
                <a:xfrm>
                  <a:off x="5910973" y="2935952"/>
                  <a:ext cx="182880" cy="182880"/>
                </a:xfrm>
                <a:prstGeom prst="pie">
                  <a:avLst>
                    <a:gd name="adj1" fmla="val 2847946"/>
                    <a:gd name="adj2" fmla="val 13720470"/>
                  </a:avLst>
                </a:prstGeom>
                <a:solidFill>
                  <a:srgbClr val="00990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schemeClr val="tx1"/>
                    </a:solidFill>
                  </a:endParaRPr>
                </a:p>
              </p:txBody>
            </p:sp>
          </p:grpSp>
          <p:sp>
            <p:nvSpPr>
              <p:cNvPr id="1043" name="Rectangle 1042">
                <a:extLst>
                  <a:ext uri="{FF2B5EF4-FFF2-40B4-BE49-F238E27FC236}">
                    <a16:creationId xmlns:a16="http://schemas.microsoft.com/office/drawing/2014/main" id="{A1F3A1F1-447E-0DAD-5733-8F25F0EA6813}"/>
                  </a:ext>
                </a:extLst>
              </p:cNvPr>
              <p:cNvSpPr/>
              <p:nvPr/>
            </p:nvSpPr>
            <p:spPr>
              <a:xfrm>
                <a:off x="4237731" y="1212385"/>
                <a:ext cx="553580" cy="293070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  <a:prstDash val="sysDot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1044" name="Rectangle 1043">
                <a:extLst>
                  <a:ext uri="{FF2B5EF4-FFF2-40B4-BE49-F238E27FC236}">
                    <a16:creationId xmlns:a16="http://schemas.microsoft.com/office/drawing/2014/main" id="{F0FE4507-E58B-4A16-F77B-7C98F1D45F34}"/>
                  </a:ext>
                </a:extLst>
              </p:cNvPr>
              <p:cNvSpPr/>
              <p:nvPr/>
            </p:nvSpPr>
            <p:spPr>
              <a:xfrm>
                <a:off x="4237731" y="1733591"/>
                <a:ext cx="553580" cy="293070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  <a:prstDash val="sysDot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1045" name="Rectangle 1044">
                <a:extLst>
                  <a:ext uri="{FF2B5EF4-FFF2-40B4-BE49-F238E27FC236}">
                    <a16:creationId xmlns:a16="http://schemas.microsoft.com/office/drawing/2014/main" id="{1F4994D3-1D81-B7B5-75B1-D5405C3970BB}"/>
                  </a:ext>
                </a:extLst>
              </p:cNvPr>
              <p:cNvSpPr/>
              <p:nvPr/>
            </p:nvSpPr>
            <p:spPr>
              <a:xfrm>
                <a:off x="4923401" y="1212385"/>
                <a:ext cx="553580" cy="293070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  <a:prstDash val="sysDot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1046" name="Rectangle 1045">
                <a:extLst>
                  <a:ext uri="{FF2B5EF4-FFF2-40B4-BE49-F238E27FC236}">
                    <a16:creationId xmlns:a16="http://schemas.microsoft.com/office/drawing/2014/main" id="{284C8B55-205D-2CB1-324E-EB0CDB933BC2}"/>
                  </a:ext>
                </a:extLst>
              </p:cNvPr>
              <p:cNvSpPr/>
              <p:nvPr/>
            </p:nvSpPr>
            <p:spPr>
              <a:xfrm>
                <a:off x="4923401" y="1733591"/>
                <a:ext cx="553580" cy="293070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  <a:prstDash val="sysDot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cxnSp>
            <p:nvCxnSpPr>
              <p:cNvPr id="1048" name="Straight Arrow Connector 1047">
                <a:extLst>
                  <a:ext uri="{FF2B5EF4-FFF2-40B4-BE49-F238E27FC236}">
                    <a16:creationId xmlns:a16="http://schemas.microsoft.com/office/drawing/2014/main" id="{C0213DC7-1C40-452D-827B-99E181DB5106}"/>
                  </a:ext>
                </a:extLst>
              </p:cNvPr>
              <p:cNvCxnSpPr>
                <a:cxnSpLocks/>
                <a:stCxn id="1043" idx="2"/>
                <a:endCxn id="1044" idx="0"/>
              </p:cNvCxnSpPr>
              <p:nvPr/>
            </p:nvCxnSpPr>
            <p:spPr>
              <a:xfrm>
                <a:off x="4514521" y="1505455"/>
                <a:ext cx="0" cy="228136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51" name="Straight Arrow Connector 1050">
                <a:extLst>
                  <a:ext uri="{FF2B5EF4-FFF2-40B4-BE49-F238E27FC236}">
                    <a16:creationId xmlns:a16="http://schemas.microsoft.com/office/drawing/2014/main" id="{5FBBD383-86E1-A11B-D924-FBB0BED70CBB}"/>
                  </a:ext>
                </a:extLst>
              </p:cNvPr>
              <p:cNvCxnSpPr>
                <a:cxnSpLocks/>
                <a:stCxn id="1045" idx="2"/>
                <a:endCxn id="1046" idx="0"/>
              </p:cNvCxnSpPr>
              <p:nvPr/>
            </p:nvCxnSpPr>
            <p:spPr>
              <a:xfrm>
                <a:off x="5200191" y="1505455"/>
                <a:ext cx="0" cy="228136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091" name="TextBox 1090">
              <a:extLst>
                <a:ext uri="{FF2B5EF4-FFF2-40B4-BE49-F238E27FC236}">
                  <a16:creationId xmlns:a16="http://schemas.microsoft.com/office/drawing/2014/main" id="{C7F4DFDE-0C84-7D5C-7505-857C8011D862}"/>
                </a:ext>
              </a:extLst>
            </p:cNvPr>
            <p:cNvSpPr txBox="1"/>
            <p:nvPr/>
          </p:nvSpPr>
          <p:spPr>
            <a:xfrm>
              <a:off x="1471271" y="4805767"/>
              <a:ext cx="922473" cy="34939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900" dirty="0"/>
                <a:t>Parents</a:t>
              </a:r>
            </a:p>
          </p:txBody>
        </p:sp>
        <p:sp>
          <p:nvSpPr>
            <p:cNvPr id="1092" name="TextBox 1091">
              <a:extLst>
                <a:ext uri="{FF2B5EF4-FFF2-40B4-BE49-F238E27FC236}">
                  <a16:creationId xmlns:a16="http://schemas.microsoft.com/office/drawing/2014/main" id="{3938ACA2-C2DA-521A-CFAF-E1107FBABEAB}"/>
                </a:ext>
              </a:extLst>
            </p:cNvPr>
            <p:cNvSpPr txBox="1"/>
            <p:nvPr/>
          </p:nvSpPr>
          <p:spPr>
            <a:xfrm>
              <a:off x="1455421" y="5919214"/>
              <a:ext cx="995191" cy="34939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900" dirty="0"/>
                <a:t>Children</a:t>
              </a:r>
            </a:p>
          </p:txBody>
        </p:sp>
      </p:grpSp>
      <p:sp>
        <p:nvSpPr>
          <p:cNvPr id="1163" name="TextBox 1162">
            <a:extLst>
              <a:ext uri="{FF2B5EF4-FFF2-40B4-BE49-F238E27FC236}">
                <a16:creationId xmlns:a16="http://schemas.microsoft.com/office/drawing/2014/main" id="{1C9BCAA8-FF77-89F4-FD51-DD5F36B43594}"/>
              </a:ext>
            </a:extLst>
          </p:cNvPr>
          <p:cNvSpPr txBox="1"/>
          <p:nvPr/>
        </p:nvSpPr>
        <p:spPr>
          <a:xfrm>
            <a:off x="4459966" y="6110086"/>
            <a:ext cx="315979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276113"/>
                </a:solidFill>
              </a:rPr>
              <a:t>Search bounds if revenue increase stagnates</a:t>
            </a:r>
          </a:p>
          <a:p>
            <a:r>
              <a:rPr lang="en-US" sz="1200" dirty="0">
                <a:solidFill>
                  <a:srgbClr val="276113"/>
                </a:solidFill>
              </a:rPr>
              <a:t>Check every 10 generations</a:t>
            </a:r>
          </a:p>
        </p:txBody>
      </p:sp>
      <p:sp>
        <p:nvSpPr>
          <p:cNvPr id="1164" name="TextBox 1163">
            <a:extLst>
              <a:ext uri="{FF2B5EF4-FFF2-40B4-BE49-F238E27FC236}">
                <a16:creationId xmlns:a16="http://schemas.microsoft.com/office/drawing/2014/main" id="{929097F9-A4A5-1949-853E-2BE810E7E3A6}"/>
              </a:ext>
            </a:extLst>
          </p:cNvPr>
          <p:cNvSpPr txBox="1"/>
          <p:nvPr/>
        </p:nvSpPr>
        <p:spPr>
          <a:xfrm>
            <a:off x="4459966" y="5815221"/>
            <a:ext cx="107843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b="1" dirty="0">
                <a:solidFill>
                  <a:srgbClr val="276113"/>
                </a:solidFill>
              </a:rPr>
              <a:t>6. Update</a:t>
            </a:r>
          </a:p>
        </p:txBody>
      </p:sp>
      <p:sp>
        <p:nvSpPr>
          <p:cNvPr id="1181" name="TextBox 1180">
            <a:extLst>
              <a:ext uri="{FF2B5EF4-FFF2-40B4-BE49-F238E27FC236}">
                <a16:creationId xmlns:a16="http://schemas.microsoft.com/office/drawing/2014/main" id="{54C6ADB5-1E1F-5809-D95E-8A435E9C4708}"/>
              </a:ext>
            </a:extLst>
          </p:cNvPr>
          <p:cNvSpPr txBox="1"/>
          <p:nvPr/>
        </p:nvSpPr>
        <p:spPr>
          <a:xfrm>
            <a:off x="4459966" y="4990025"/>
            <a:ext cx="234877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276113"/>
                </a:solidFill>
              </a:rPr>
              <a:t>And remove unfit individuals, add new random individuals</a:t>
            </a:r>
          </a:p>
        </p:txBody>
      </p:sp>
      <p:sp>
        <p:nvSpPr>
          <p:cNvPr id="1182" name="TextBox 1181">
            <a:extLst>
              <a:ext uri="{FF2B5EF4-FFF2-40B4-BE49-F238E27FC236}">
                <a16:creationId xmlns:a16="http://schemas.microsoft.com/office/drawing/2014/main" id="{FFC52089-FF72-A29F-34D2-07D5A42EA7E7}"/>
              </a:ext>
            </a:extLst>
          </p:cNvPr>
          <p:cNvSpPr txBox="1"/>
          <p:nvPr/>
        </p:nvSpPr>
        <p:spPr>
          <a:xfrm>
            <a:off x="4459966" y="4712619"/>
            <a:ext cx="99418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b="1" dirty="0">
                <a:solidFill>
                  <a:srgbClr val="276113"/>
                </a:solidFill>
              </a:rPr>
              <a:t>5. Select</a:t>
            </a:r>
          </a:p>
        </p:txBody>
      </p:sp>
      <p:grpSp>
        <p:nvGrpSpPr>
          <p:cNvPr id="1183" name="Group 1182">
            <a:extLst>
              <a:ext uri="{FF2B5EF4-FFF2-40B4-BE49-F238E27FC236}">
                <a16:creationId xmlns:a16="http://schemas.microsoft.com/office/drawing/2014/main" id="{2E17B3C9-0F52-F132-7180-175E9714DA2D}"/>
              </a:ext>
            </a:extLst>
          </p:cNvPr>
          <p:cNvGrpSpPr/>
          <p:nvPr/>
        </p:nvGrpSpPr>
        <p:grpSpPr>
          <a:xfrm>
            <a:off x="6527140" y="4846952"/>
            <a:ext cx="1166043" cy="511910"/>
            <a:chOff x="9942502" y="1139929"/>
            <a:chExt cx="1859043" cy="773964"/>
          </a:xfrm>
        </p:grpSpPr>
        <p:sp>
          <p:nvSpPr>
            <p:cNvPr id="1184" name="Oval 1183">
              <a:extLst>
                <a:ext uri="{FF2B5EF4-FFF2-40B4-BE49-F238E27FC236}">
                  <a16:creationId xmlns:a16="http://schemas.microsoft.com/office/drawing/2014/main" id="{FDAC73D0-728B-51A8-1357-79B94651CC4F}"/>
                </a:ext>
              </a:extLst>
            </p:cNvPr>
            <p:cNvSpPr/>
            <p:nvPr/>
          </p:nvSpPr>
          <p:spPr>
            <a:xfrm>
              <a:off x="9942502" y="1242677"/>
              <a:ext cx="182880" cy="182880"/>
            </a:xfrm>
            <a:prstGeom prst="ellipse">
              <a:avLst/>
            </a:prstGeom>
            <a:solidFill>
              <a:srgbClr val="276113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1185" name="Oval 1184">
              <a:extLst>
                <a:ext uri="{FF2B5EF4-FFF2-40B4-BE49-F238E27FC236}">
                  <a16:creationId xmlns:a16="http://schemas.microsoft.com/office/drawing/2014/main" id="{B968CF27-5EF1-1E6A-FE03-32297042BA41}"/>
                </a:ext>
              </a:extLst>
            </p:cNvPr>
            <p:cNvSpPr/>
            <p:nvPr/>
          </p:nvSpPr>
          <p:spPr>
            <a:xfrm>
              <a:off x="10001157" y="1575864"/>
              <a:ext cx="182880" cy="18288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1186" name="Oval 1185">
              <a:extLst>
                <a:ext uri="{FF2B5EF4-FFF2-40B4-BE49-F238E27FC236}">
                  <a16:creationId xmlns:a16="http://schemas.microsoft.com/office/drawing/2014/main" id="{1001A1F8-375B-BD3F-F44E-86FC8CDC46FB}"/>
                </a:ext>
              </a:extLst>
            </p:cNvPr>
            <p:cNvSpPr/>
            <p:nvPr/>
          </p:nvSpPr>
          <p:spPr>
            <a:xfrm>
              <a:off x="10254661" y="1698914"/>
              <a:ext cx="182880" cy="18288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1187" name="Oval 1186">
              <a:extLst>
                <a:ext uri="{FF2B5EF4-FFF2-40B4-BE49-F238E27FC236}">
                  <a16:creationId xmlns:a16="http://schemas.microsoft.com/office/drawing/2014/main" id="{6557B821-4523-B30F-CFFE-8A73E25ABECD}"/>
                </a:ext>
              </a:extLst>
            </p:cNvPr>
            <p:cNvSpPr/>
            <p:nvPr/>
          </p:nvSpPr>
          <p:spPr>
            <a:xfrm>
              <a:off x="10490880" y="1392984"/>
              <a:ext cx="182880" cy="182880"/>
            </a:xfrm>
            <a:prstGeom prst="ellipse">
              <a:avLst/>
            </a:prstGeom>
            <a:solidFill>
              <a:srgbClr val="95B176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1188" name="Oval 1187">
              <a:extLst>
                <a:ext uri="{FF2B5EF4-FFF2-40B4-BE49-F238E27FC236}">
                  <a16:creationId xmlns:a16="http://schemas.microsoft.com/office/drawing/2014/main" id="{534054A4-00E9-DCC0-5B29-D9E555668D5D}"/>
                </a:ext>
              </a:extLst>
            </p:cNvPr>
            <p:cNvSpPr/>
            <p:nvPr/>
          </p:nvSpPr>
          <p:spPr>
            <a:xfrm>
              <a:off x="10599948" y="1139929"/>
              <a:ext cx="182880" cy="18288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1189" name="Oval 1188">
              <a:extLst>
                <a:ext uri="{FF2B5EF4-FFF2-40B4-BE49-F238E27FC236}">
                  <a16:creationId xmlns:a16="http://schemas.microsoft.com/office/drawing/2014/main" id="{8A75B8C9-7BF9-6E04-725F-B53BCB6BF6FE}"/>
                </a:ext>
              </a:extLst>
            </p:cNvPr>
            <p:cNvSpPr/>
            <p:nvPr/>
          </p:nvSpPr>
          <p:spPr>
            <a:xfrm>
              <a:off x="11035174" y="1231369"/>
              <a:ext cx="182880" cy="182880"/>
            </a:xfrm>
            <a:prstGeom prst="ellipse">
              <a:avLst/>
            </a:prstGeom>
            <a:solidFill>
              <a:srgbClr val="E3F1D9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1190" name="Oval 1189">
              <a:extLst>
                <a:ext uri="{FF2B5EF4-FFF2-40B4-BE49-F238E27FC236}">
                  <a16:creationId xmlns:a16="http://schemas.microsoft.com/office/drawing/2014/main" id="{1ED36EBA-828C-7D07-AFCE-C716AECF6B06}"/>
                </a:ext>
              </a:extLst>
            </p:cNvPr>
            <p:cNvSpPr/>
            <p:nvPr/>
          </p:nvSpPr>
          <p:spPr>
            <a:xfrm>
              <a:off x="10949760" y="1494482"/>
              <a:ext cx="182880" cy="182880"/>
            </a:xfrm>
            <a:prstGeom prst="ellipse">
              <a:avLst/>
            </a:prstGeom>
            <a:solidFill>
              <a:srgbClr val="95B176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1191" name="Oval 1190">
              <a:extLst>
                <a:ext uri="{FF2B5EF4-FFF2-40B4-BE49-F238E27FC236}">
                  <a16:creationId xmlns:a16="http://schemas.microsoft.com/office/drawing/2014/main" id="{57174C1D-19B6-CB3C-ABED-5863AE87FBB5}"/>
                </a:ext>
              </a:extLst>
            </p:cNvPr>
            <p:cNvSpPr/>
            <p:nvPr/>
          </p:nvSpPr>
          <p:spPr>
            <a:xfrm>
              <a:off x="10863636" y="1731013"/>
              <a:ext cx="182880" cy="18288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1192" name="Oval 1191">
              <a:extLst>
                <a:ext uri="{FF2B5EF4-FFF2-40B4-BE49-F238E27FC236}">
                  <a16:creationId xmlns:a16="http://schemas.microsoft.com/office/drawing/2014/main" id="{3623EFA9-1028-25D3-0ACB-EBD1E98A6BA9}"/>
                </a:ext>
              </a:extLst>
            </p:cNvPr>
            <p:cNvSpPr/>
            <p:nvPr/>
          </p:nvSpPr>
          <p:spPr>
            <a:xfrm>
              <a:off x="11353677" y="1355602"/>
              <a:ext cx="182880" cy="182880"/>
            </a:xfrm>
            <a:prstGeom prst="ellipse">
              <a:avLst/>
            </a:prstGeom>
            <a:solidFill>
              <a:srgbClr val="A5A5A5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1193" name="Oval 1192">
              <a:extLst>
                <a:ext uri="{FF2B5EF4-FFF2-40B4-BE49-F238E27FC236}">
                  <a16:creationId xmlns:a16="http://schemas.microsoft.com/office/drawing/2014/main" id="{5501D0AA-8E20-2107-213C-34937CC65A6A}"/>
                </a:ext>
              </a:extLst>
            </p:cNvPr>
            <p:cNvSpPr/>
            <p:nvPr/>
          </p:nvSpPr>
          <p:spPr>
            <a:xfrm>
              <a:off x="11363300" y="1600579"/>
              <a:ext cx="182880" cy="182880"/>
            </a:xfrm>
            <a:prstGeom prst="ellipse">
              <a:avLst/>
            </a:prstGeom>
            <a:solidFill>
              <a:srgbClr val="A5A5A5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1194" name="Oval 1193">
              <a:extLst>
                <a:ext uri="{FF2B5EF4-FFF2-40B4-BE49-F238E27FC236}">
                  <a16:creationId xmlns:a16="http://schemas.microsoft.com/office/drawing/2014/main" id="{4B2DD595-BB8B-9126-1079-EEE55F564296}"/>
                </a:ext>
              </a:extLst>
            </p:cNvPr>
            <p:cNvSpPr/>
            <p:nvPr/>
          </p:nvSpPr>
          <p:spPr>
            <a:xfrm>
              <a:off x="11596035" y="1341955"/>
              <a:ext cx="182880" cy="182880"/>
            </a:xfrm>
            <a:prstGeom prst="ellipse">
              <a:avLst/>
            </a:prstGeom>
            <a:solidFill>
              <a:srgbClr val="A5A5A5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1195" name="Oval 1194">
              <a:extLst>
                <a:ext uri="{FF2B5EF4-FFF2-40B4-BE49-F238E27FC236}">
                  <a16:creationId xmlns:a16="http://schemas.microsoft.com/office/drawing/2014/main" id="{3DEF00C0-69FF-C1EA-F1B7-C6F00DAB03C8}"/>
                </a:ext>
              </a:extLst>
            </p:cNvPr>
            <p:cNvSpPr/>
            <p:nvPr/>
          </p:nvSpPr>
          <p:spPr>
            <a:xfrm>
              <a:off x="11605658" y="1586932"/>
              <a:ext cx="182880" cy="182880"/>
            </a:xfrm>
            <a:prstGeom prst="ellipse">
              <a:avLst/>
            </a:prstGeom>
            <a:solidFill>
              <a:srgbClr val="A5A5A5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grpSp>
          <p:nvGrpSpPr>
            <p:cNvPr id="1196" name="Group 1195">
              <a:extLst>
                <a:ext uri="{FF2B5EF4-FFF2-40B4-BE49-F238E27FC236}">
                  <a16:creationId xmlns:a16="http://schemas.microsoft.com/office/drawing/2014/main" id="{B186ED74-ED33-E731-86CB-521FFF858DDA}"/>
                </a:ext>
              </a:extLst>
            </p:cNvPr>
            <p:cNvGrpSpPr/>
            <p:nvPr/>
          </p:nvGrpSpPr>
          <p:grpSpPr>
            <a:xfrm>
              <a:off x="10286288" y="1151194"/>
              <a:ext cx="182880" cy="182923"/>
              <a:chOff x="5609303" y="2447573"/>
              <a:chExt cx="182880" cy="182923"/>
            </a:xfrm>
          </p:grpSpPr>
          <p:sp>
            <p:nvSpPr>
              <p:cNvPr id="1210" name="Oval 1209">
                <a:extLst>
                  <a:ext uri="{FF2B5EF4-FFF2-40B4-BE49-F238E27FC236}">
                    <a16:creationId xmlns:a16="http://schemas.microsoft.com/office/drawing/2014/main" id="{0FD9FE48-D6E7-880E-F219-FFE86DCD3E8B}"/>
                  </a:ext>
                </a:extLst>
              </p:cNvPr>
              <p:cNvSpPr/>
              <p:nvPr/>
            </p:nvSpPr>
            <p:spPr>
              <a:xfrm>
                <a:off x="5609303" y="2447616"/>
                <a:ext cx="182880" cy="182880"/>
              </a:xfrm>
              <a:prstGeom prst="ellipse">
                <a:avLst/>
              </a:prstGeom>
              <a:solidFill>
                <a:srgbClr val="95B176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1211" name="Pie 1210">
                <a:extLst>
                  <a:ext uri="{FF2B5EF4-FFF2-40B4-BE49-F238E27FC236}">
                    <a16:creationId xmlns:a16="http://schemas.microsoft.com/office/drawing/2014/main" id="{E5157E09-FC42-5F72-91E0-8802463B2234}"/>
                  </a:ext>
                </a:extLst>
              </p:cNvPr>
              <p:cNvSpPr/>
              <p:nvPr/>
            </p:nvSpPr>
            <p:spPr>
              <a:xfrm>
                <a:off x="5609303" y="2447573"/>
                <a:ext cx="182880" cy="182880"/>
              </a:xfrm>
              <a:prstGeom prst="pie">
                <a:avLst>
                  <a:gd name="adj1" fmla="val 2847946"/>
                  <a:gd name="adj2" fmla="val 13720470"/>
                </a:avLst>
              </a:prstGeom>
              <a:solidFill>
                <a:srgbClr val="0099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1197" name="Group 1196">
              <a:extLst>
                <a:ext uri="{FF2B5EF4-FFF2-40B4-BE49-F238E27FC236}">
                  <a16:creationId xmlns:a16="http://schemas.microsoft.com/office/drawing/2014/main" id="{0F224594-F61B-897D-92E7-14FD98F411F6}"/>
                </a:ext>
              </a:extLst>
            </p:cNvPr>
            <p:cNvGrpSpPr/>
            <p:nvPr/>
          </p:nvGrpSpPr>
          <p:grpSpPr>
            <a:xfrm>
              <a:off x="10217001" y="1398300"/>
              <a:ext cx="187307" cy="191250"/>
              <a:chOff x="5540016" y="2694679"/>
              <a:chExt cx="187307" cy="191250"/>
            </a:xfrm>
          </p:grpSpPr>
          <p:sp>
            <p:nvSpPr>
              <p:cNvPr id="1208" name="Oval 1207">
                <a:extLst>
                  <a:ext uri="{FF2B5EF4-FFF2-40B4-BE49-F238E27FC236}">
                    <a16:creationId xmlns:a16="http://schemas.microsoft.com/office/drawing/2014/main" id="{E388C8D4-382B-3934-5BB5-14CB96F7BCB3}"/>
                  </a:ext>
                </a:extLst>
              </p:cNvPr>
              <p:cNvSpPr/>
              <p:nvPr/>
            </p:nvSpPr>
            <p:spPr>
              <a:xfrm>
                <a:off x="5544443" y="2694679"/>
                <a:ext cx="182880" cy="182880"/>
              </a:xfrm>
              <a:prstGeom prst="ellipse">
                <a:avLst/>
              </a:prstGeom>
              <a:solidFill>
                <a:srgbClr val="0099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1209" name="Pie 1208">
                <a:extLst>
                  <a:ext uri="{FF2B5EF4-FFF2-40B4-BE49-F238E27FC236}">
                    <a16:creationId xmlns:a16="http://schemas.microsoft.com/office/drawing/2014/main" id="{4392F5B3-19B8-BA6B-BAE6-7FCBCFBF49DC}"/>
                  </a:ext>
                </a:extLst>
              </p:cNvPr>
              <p:cNvSpPr/>
              <p:nvPr/>
            </p:nvSpPr>
            <p:spPr>
              <a:xfrm>
                <a:off x="5540016" y="2703049"/>
                <a:ext cx="182880" cy="182880"/>
              </a:xfrm>
              <a:prstGeom prst="pie">
                <a:avLst>
                  <a:gd name="adj1" fmla="val 2847946"/>
                  <a:gd name="adj2" fmla="val 13720470"/>
                </a:avLst>
              </a:prstGeom>
              <a:solidFill>
                <a:srgbClr val="95B176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1198" name="Group 1197">
              <a:extLst>
                <a:ext uri="{FF2B5EF4-FFF2-40B4-BE49-F238E27FC236}">
                  <a16:creationId xmlns:a16="http://schemas.microsoft.com/office/drawing/2014/main" id="{9BF0A3CD-8B09-F219-3FF8-3454562F493B}"/>
                </a:ext>
              </a:extLst>
            </p:cNvPr>
            <p:cNvGrpSpPr/>
            <p:nvPr/>
          </p:nvGrpSpPr>
          <p:grpSpPr>
            <a:xfrm>
              <a:off x="10780772" y="1299716"/>
              <a:ext cx="184936" cy="184708"/>
              <a:chOff x="6103787" y="2596095"/>
              <a:chExt cx="184936" cy="184708"/>
            </a:xfrm>
          </p:grpSpPr>
          <p:sp>
            <p:nvSpPr>
              <p:cNvPr id="1206" name="Oval 1205">
                <a:extLst>
                  <a:ext uri="{FF2B5EF4-FFF2-40B4-BE49-F238E27FC236}">
                    <a16:creationId xmlns:a16="http://schemas.microsoft.com/office/drawing/2014/main" id="{315FA563-5C42-378C-0F3B-49FFD223980D}"/>
                  </a:ext>
                </a:extLst>
              </p:cNvPr>
              <p:cNvSpPr/>
              <p:nvPr/>
            </p:nvSpPr>
            <p:spPr>
              <a:xfrm>
                <a:off x="6105843" y="2597923"/>
                <a:ext cx="182880" cy="182880"/>
              </a:xfrm>
              <a:prstGeom prst="ellipse">
                <a:avLst/>
              </a:prstGeom>
              <a:solidFill>
                <a:srgbClr val="0099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1207" name="Pie 1206">
                <a:extLst>
                  <a:ext uri="{FF2B5EF4-FFF2-40B4-BE49-F238E27FC236}">
                    <a16:creationId xmlns:a16="http://schemas.microsoft.com/office/drawing/2014/main" id="{6AF0DA33-A7C2-DB21-35BE-7F4F8E79F871}"/>
                  </a:ext>
                </a:extLst>
              </p:cNvPr>
              <p:cNvSpPr/>
              <p:nvPr/>
            </p:nvSpPr>
            <p:spPr>
              <a:xfrm>
                <a:off x="6103787" y="2596095"/>
                <a:ext cx="182880" cy="182880"/>
              </a:xfrm>
              <a:prstGeom prst="pie">
                <a:avLst>
                  <a:gd name="adj1" fmla="val 2847946"/>
                  <a:gd name="adj2" fmla="val 13720470"/>
                </a:avLst>
              </a:prstGeom>
              <a:solidFill>
                <a:srgbClr val="92D05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1199" name="Group 1198">
              <a:extLst>
                <a:ext uri="{FF2B5EF4-FFF2-40B4-BE49-F238E27FC236}">
                  <a16:creationId xmlns:a16="http://schemas.microsoft.com/office/drawing/2014/main" id="{4B8A997B-1D14-F3F0-596C-58C4D4ACE413}"/>
                </a:ext>
              </a:extLst>
            </p:cNvPr>
            <p:cNvGrpSpPr/>
            <p:nvPr/>
          </p:nvGrpSpPr>
          <p:grpSpPr>
            <a:xfrm>
              <a:off x="10587958" y="1639573"/>
              <a:ext cx="184238" cy="183742"/>
              <a:chOff x="5910973" y="2935952"/>
              <a:chExt cx="184238" cy="183742"/>
            </a:xfrm>
          </p:grpSpPr>
          <p:sp>
            <p:nvSpPr>
              <p:cNvPr id="1204" name="Oval 1203">
                <a:extLst>
                  <a:ext uri="{FF2B5EF4-FFF2-40B4-BE49-F238E27FC236}">
                    <a16:creationId xmlns:a16="http://schemas.microsoft.com/office/drawing/2014/main" id="{BB1E184F-6D1B-D9A3-FE16-7F1CEF91C8F8}"/>
                  </a:ext>
                </a:extLst>
              </p:cNvPr>
              <p:cNvSpPr/>
              <p:nvPr/>
            </p:nvSpPr>
            <p:spPr>
              <a:xfrm>
                <a:off x="5912331" y="2936814"/>
                <a:ext cx="182880" cy="182880"/>
              </a:xfrm>
              <a:prstGeom prst="ellipse">
                <a:avLst/>
              </a:prstGeom>
              <a:solidFill>
                <a:srgbClr val="92D05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1205" name="Pie 1204">
                <a:extLst>
                  <a:ext uri="{FF2B5EF4-FFF2-40B4-BE49-F238E27FC236}">
                    <a16:creationId xmlns:a16="http://schemas.microsoft.com/office/drawing/2014/main" id="{F16E611A-7F73-85F8-9120-E1C6FFFFEF51}"/>
                  </a:ext>
                </a:extLst>
              </p:cNvPr>
              <p:cNvSpPr/>
              <p:nvPr/>
            </p:nvSpPr>
            <p:spPr>
              <a:xfrm>
                <a:off x="5910973" y="2935952"/>
                <a:ext cx="182880" cy="182880"/>
              </a:xfrm>
              <a:prstGeom prst="pie">
                <a:avLst>
                  <a:gd name="adj1" fmla="val 2847946"/>
                  <a:gd name="adj2" fmla="val 13720470"/>
                </a:avLst>
              </a:prstGeom>
              <a:solidFill>
                <a:srgbClr val="0099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1200" name="Cross 1199">
              <a:extLst>
                <a:ext uri="{FF2B5EF4-FFF2-40B4-BE49-F238E27FC236}">
                  <a16:creationId xmlns:a16="http://schemas.microsoft.com/office/drawing/2014/main" id="{FA0D41D5-90CA-CC4B-5CED-E1BC5FC015F7}"/>
                </a:ext>
              </a:extLst>
            </p:cNvPr>
            <p:cNvSpPr/>
            <p:nvPr/>
          </p:nvSpPr>
          <p:spPr>
            <a:xfrm rot="2693924">
              <a:off x="11341028" y="1346458"/>
              <a:ext cx="201168" cy="201168"/>
            </a:xfrm>
            <a:prstGeom prst="plus">
              <a:avLst>
                <a:gd name="adj" fmla="val 43687"/>
              </a:avLst>
            </a:prstGeom>
            <a:solidFill>
              <a:srgbClr val="FF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1201" name="Cross 1200">
              <a:extLst>
                <a:ext uri="{FF2B5EF4-FFF2-40B4-BE49-F238E27FC236}">
                  <a16:creationId xmlns:a16="http://schemas.microsoft.com/office/drawing/2014/main" id="{0E03A587-FEC2-FBD4-9A25-F5450F2231D5}"/>
                </a:ext>
              </a:extLst>
            </p:cNvPr>
            <p:cNvSpPr/>
            <p:nvPr/>
          </p:nvSpPr>
          <p:spPr>
            <a:xfrm rot="2693924">
              <a:off x="11350652" y="1589516"/>
              <a:ext cx="201168" cy="201168"/>
            </a:xfrm>
            <a:prstGeom prst="plus">
              <a:avLst>
                <a:gd name="adj" fmla="val 43687"/>
              </a:avLst>
            </a:prstGeom>
            <a:solidFill>
              <a:srgbClr val="FF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1202" name="Cross 1201">
              <a:extLst>
                <a:ext uri="{FF2B5EF4-FFF2-40B4-BE49-F238E27FC236}">
                  <a16:creationId xmlns:a16="http://schemas.microsoft.com/office/drawing/2014/main" id="{B2B57CFD-C182-7FAE-7B98-7BE86C1D39FF}"/>
                </a:ext>
              </a:extLst>
            </p:cNvPr>
            <p:cNvSpPr/>
            <p:nvPr/>
          </p:nvSpPr>
          <p:spPr>
            <a:xfrm rot="2693924">
              <a:off x="11590753" y="1337426"/>
              <a:ext cx="201168" cy="201168"/>
            </a:xfrm>
            <a:prstGeom prst="plus">
              <a:avLst>
                <a:gd name="adj" fmla="val 43687"/>
              </a:avLst>
            </a:prstGeom>
            <a:solidFill>
              <a:srgbClr val="FF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1203" name="Cross 1202">
              <a:extLst>
                <a:ext uri="{FF2B5EF4-FFF2-40B4-BE49-F238E27FC236}">
                  <a16:creationId xmlns:a16="http://schemas.microsoft.com/office/drawing/2014/main" id="{A5FCA91A-0110-9F1A-4D2E-9724B2BA5B6C}"/>
                </a:ext>
              </a:extLst>
            </p:cNvPr>
            <p:cNvSpPr/>
            <p:nvPr/>
          </p:nvSpPr>
          <p:spPr>
            <a:xfrm rot="2693924">
              <a:off x="11600377" y="1580484"/>
              <a:ext cx="201168" cy="201168"/>
            </a:xfrm>
            <a:prstGeom prst="plus">
              <a:avLst>
                <a:gd name="adj" fmla="val 43687"/>
              </a:avLst>
            </a:prstGeom>
            <a:solidFill>
              <a:srgbClr val="FF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</p:grpSp>
      <p:cxnSp>
        <p:nvCxnSpPr>
          <p:cNvPr id="1026" name="Curved Connector 1025">
            <a:extLst>
              <a:ext uri="{FF2B5EF4-FFF2-40B4-BE49-F238E27FC236}">
                <a16:creationId xmlns:a16="http://schemas.microsoft.com/office/drawing/2014/main" id="{9966232B-D6BD-33C0-26A3-A473EEA0402D}"/>
              </a:ext>
            </a:extLst>
          </p:cNvPr>
          <p:cNvCxnSpPr>
            <a:stCxn id="14" idx="3"/>
            <a:endCxn id="30" idx="3"/>
          </p:cNvCxnSpPr>
          <p:nvPr/>
        </p:nvCxnSpPr>
        <p:spPr>
          <a:xfrm>
            <a:off x="7814932" y="674044"/>
            <a:ext cx="12700" cy="1101982"/>
          </a:xfrm>
          <a:prstGeom prst="curvedConnector3">
            <a:avLst>
              <a:gd name="adj1" fmla="val 1800000"/>
            </a:avLst>
          </a:prstGeom>
          <a:ln>
            <a:solidFill>
              <a:srgbClr val="00800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7" name="Curved Connector 1026">
            <a:extLst>
              <a:ext uri="{FF2B5EF4-FFF2-40B4-BE49-F238E27FC236}">
                <a16:creationId xmlns:a16="http://schemas.microsoft.com/office/drawing/2014/main" id="{E7E5F595-E311-61E6-B80A-D9D6BA7B6759}"/>
              </a:ext>
            </a:extLst>
          </p:cNvPr>
          <p:cNvCxnSpPr>
            <a:cxnSpLocks/>
            <a:stCxn id="30" idx="3"/>
            <a:endCxn id="31" idx="3"/>
          </p:cNvCxnSpPr>
          <p:nvPr/>
        </p:nvCxnSpPr>
        <p:spPr>
          <a:xfrm>
            <a:off x="7814932" y="1776026"/>
            <a:ext cx="12700" cy="1101982"/>
          </a:xfrm>
          <a:prstGeom prst="curvedConnector3">
            <a:avLst>
              <a:gd name="adj1" fmla="val 1800000"/>
            </a:avLst>
          </a:prstGeom>
          <a:ln>
            <a:solidFill>
              <a:srgbClr val="00800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0" name="Curved Connector 1029">
            <a:extLst>
              <a:ext uri="{FF2B5EF4-FFF2-40B4-BE49-F238E27FC236}">
                <a16:creationId xmlns:a16="http://schemas.microsoft.com/office/drawing/2014/main" id="{61254686-FAA0-E15B-22DA-E27B6D7991A9}"/>
              </a:ext>
            </a:extLst>
          </p:cNvPr>
          <p:cNvCxnSpPr>
            <a:cxnSpLocks/>
            <a:stCxn id="31" idx="3"/>
            <a:endCxn id="32" idx="3"/>
          </p:cNvCxnSpPr>
          <p:nvPr/>
        </p:nvCxnSpPr>
        <p:spPr>
          <a:xfrm>
            <a:off x="7814932" y="2878008"/>
            <a:ext cx="12700" cy="1101982"/>
          </a:xfrm>
          <a:prstGeom prst="curvedConnector3">
            <a:avLst>
              <a:gd name="adj1" fmla="val 1800000"/>
            </a:avLst>
          </a:prstGeom>
          <a:ln>
            <a:solidFill>
              <a:srgbClr val="00800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5" name="Curved Connector 1054">
            <a:extLst>
              <a:ext uri="{FF2B5EF4-FFF2-40B4-BE49-F238E27FC236}">
                <a16:creationId xmlns:a16="http://schemas.microsoft.com/office/drawing/2014/main" id="{504CA7A4-30B1-57F2-BD89-303E4DD67FF1}"/>
              </a:ext>
            </a:extLst>
          </p:cNvPr>
          <p:cNvCxnSpPr>
            <a:cxnSpLocks/>
            <a:stCxn id="32" idx="3"/>
            <a:endCxn id="33" idx="3"/>
          </p:cNvCxnSpPr>
          <p:nvPr/>
        </p:nvCxnSpPr>
        <p:spPr>
          <a:xfrm>
            <a:off x="7814932" y="3979990"/>
            <a:ext cx="12700" cy="1101982"/>
          </a:xfrm>
          <a:prstGeom prst="curvedConnector3">
            <a:avLst>
              <a:gd name="adj1" fmla="val 1800000"/>
            </a:avLst>
          </a:prstGeom>
          <a:ln>
            <a:solidFill>
              <a:srgbClr val="00800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3" name="Curved Connector 1072">
            <a:extLst>
              <a:ext uri="{FF2B5EF4-FFF2-40B4-BE49-F238E27FC236}">
                <a16:creationId xmlns:a16="http://schemas.microsoft.com/office/drawing/2014/main" id="{47BA0A81-A5C3-970D-AECF-0AD126625FBB}"/>
              </a:ext>
            </a:extLst>
          </p:cNvPr>
          <p:cNvCxnSpPr>
            <a:cxnSpLocks/>
            <a:stCxn id="33" idx="3"/>
            <a:endCxn id="34" idx="3"/>
          </p:cNvCxnSpPr>
          <p:nvPr/>
        </p:nvCxnSpPr>
        <p:spPr>
          <a:xfrm>
            <a:off x="7814932" y="5081972"/>
            <a:ext cx="12700" cy="1101983"/>
          </a:xfrm>
          <a:prstGeom prst="curvedConnector3">
            <a:avLst>
              <a:gd name="adj1" fmla="val 1800000"/>
            </a:avLst>
          </a:prstGeom>
          <a:ln>
            <a:solidFill>
              <a:srgbClr val="008001"/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6" name="Curved Connector 1085">
            <a:extLst>
              <a:ext uri="{FF2B5EF4-FFF2-40B4-BE49-F238E27FC236}">
                <a16:creationId xmlns:a16="http://schemas.microsoft.com/office/drawing/2014/main" id="{3E1C3B17-5A0D-F2B6-695E-AE99B12FF505}"/>
              </a:ext>
            </a:extLst>
          </p:cNvPr>
          <p:cNvCxnSpPr>
            <a:cxnSpLocks/>
            <a:stCxn id="33" idx="1"/>
            <a:endCxn id="30" idx="1"/>
          </p:cNvCxnSpPr>
          <p:nvPr/>
        </p:nvCxnSpPr>
        <p:spPr>
          <a:xfrm rot="10800000">
            <a:off x="4364367" y="1776026"/>
            <a:ext cx="12700" cy="3305946"/>
          </a:xfrm>
          <a:prstGeom prst="curvedConnector3">
            <a:avLst>
              <a:gd name="adj1" fmla="val 2393819"/>
            </a:avLst>
          </a:prstGeom>
          <a:ln>
            <a:solidFill>
              <a:srgbClr val="00800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7" name="Curved Connector 1096">
            <a:extLst>
              <a:ext uri="{FF2B5EF4-FFF2-40B4-BE49-F238E27FC236}">
                <a16:creationId xmlns:a16="http://schemas.microsoft.com/office/drawing/2014/main" id="{2D1270FF-1591-0F7F-A703-EF7F031E22E8}"/>
              </a:ext>
            </a:extLst>
          </p:cNvPr>
          <p:cNvCxnSpPr>
            <a:cxnSpLocks/>
            <a:stCxn id="34" idx="1"/>
            <a:endCxn id="30" idx="1"/>
          </p:cNvCxnSpPr>
          <p:nvPr/>
        </p:nvCxnSpPr>
        <p:spPr>
          <a:xfrm rot="10800000">
            <a:off x="4364367" y="1776027"/>
            <a:ext cx="12700" cy="4407929"/>
          </a:xfrm>
          <a:prstGeom prst="curvedConnector3">
            <a:avLst>
              <a:gd name="adj1" fmla="val 2764945"/>
            </a:avLst>
          </a:prstGeom>
          <a:ln>
            <a:solidFill>
              <a:srgbClr val="008001"/>
            </a:solidFill>
            <a:prstDash val="dash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06" name="TextBox 1105">
            <a:extLst>
              <a:ext uri="{FF2B5EF4-FFF2-40B4-BE49-F238E27FC236}">
                <a16:creationId xmlns:a16="http://schemas.microsoft.com/office/drawing/2014/main" id="{25733639-DC95-ED20-179B-47155AA047E3}"/>
              </a:ext>
            </a:extLst>
          </p:cNvPr>
          <p:cNvSpPr txBox="1"/>
          <p:nvPr/>
        </p:nvSpPr>
        <p:spPr>
          <a:xfrm rot="16200000">
            <a:off x="2532353" y="3753799"/>
            <a:ext cx="256586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276113"/>
                </a:solidFill>
              </a:rPr>
              <a:t>Until </a:t>
            </a:r>
            <a:r>
              <a:rPr lang="en-US" sz="1200" dirty="0">
                <a:solidFill>
                  <a:srgbClr val="276113"/>
                </a:solidFill>
                <a:latin typeface="Garamond" panose="02020404030301010803" pitchFamily="18" charset="0"/>
              </a:rPr>
              <a:t>G</a:t>
            </a:r>
            <a:r>
              <a:rPr lang="en-US" sz="1200" dirty="0">
                <a:solidFill>
                  <a:srgbClr val="276113"/>
                </a:solidFill>
              </a:rPr>
              <a:t> generations, or convergence</a:t>
            </a:r>
          </a:p>
        </p:txBody>
      </p:sp>
    </p:spTree>
    <p:extLst>
      <p:ext uri="{BB962C8B-B14F-4D97-AF65-F5344CB8AC3E}">
        <p14:creationId xmlns:p14="http://schemas.microsoft.com/office/powerpoint/2010/main" val="158958505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46354</TotalTime>
  <Words>355</Words>
  <Application>Microsoft Macintosh PowerPoint</Application>
  <PresentationFormat>Widescreen</PresentationFormat>
  <Paragraphs>96</Paragraphs>
  <Slides>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9" baseType="lpstr">
      <vt:lpstr>Aptos</vt:lpstr>
      <vt:lpstr>Aptos Display</vt:lpstr>
      <vt:lpstr>Arial</vt:lpstr>
      <vt:lpstr>Courier New</vt:lpstr>
      <vt:lpstr>Garamond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Carla Becker</dc:creator>
  <cp:lastModifiedBy>Carla Becker</cp:lastModifiedBy>
  <cp:revision>9</cp:revision>
  <dcterms:created xsi:type="dcterms:W3CDTF">2026-02-07T11:19:11Z</dcterms:created>
  <dcterms:modified xsi:type="dcterms:W3CDTF">2026-03-11T15:53:27Z</dcterms:modified>
</cp:coreProperties>
</file>